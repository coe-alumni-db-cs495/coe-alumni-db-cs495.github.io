
<file path=[Content_Types].xml><?xml version="1.0" encoding="utf-8"?>
<Types xmlns="http://schemas.openxmlformats.org/package/2006/content-types">
  <Default ContentType="image/jpeg" Extension="jpg"/>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7.xml"/>
  <Override ContentType="application/vnd.openxmlformats-officedocument.presentationml.slideLayout+xml" PartName="/ppt/slideLayouts/slideLayout9.xml"/>
  <Override ContentType="application/vnd.openxmlformats-officedocument.presentationml.slideLayout+xml" PartName="/ppt/slideLayouts/slideLayout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61"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3" name="Shape 93"/>
        <p:cNvGrpSpPr/>
        <p:nvPr/>
      </p:nvGrpSpPr>
      <p:grpSpPr>
        <a:xfrm>
          <a:off x="0" y="0"/>
          <a:ext cx="0" cy="0"/>
          <a:chOff x="0" y="0"/>
          <a:chExt cx="0" cy="0"/>
        </a:xfrm>
      </p:grpSpPr>
      <p:sp>
        <p:nvSpPr>
          <p:cNvPr id="94" name="Google Shape;94;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5" name="Google Shape;95;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 name="Shape 100"/>
        <p:cNvGrpSpPr/>
        <p:nvPr/>
      </p:nvGrpSpPr>
      <p:grpSpPr>
        <a:xfrm>
          <a:off x="0" y="0"/>
          <a:ext cx="0" cy="0"/>
          <a:chOff x="0" y="0"/>
          <a:chExt cx="0" cy="0"/>
        </a:xfrm>
      </p:grpSpPr>
      <p:sp>
        <p:nvSpPr>
          <p:cNvPr id="101" name="Google Shape;101;g3896bdad4df_0_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Jacob</a:t>
            </a:r>
            <a:endParaRPr/>
          </a:p>
        </p:txBody>
      </p:sp>
      <p:sp>
        <p:nvSpPr>
          <p:cNvPr id="102" name="Google Shape;102;g3896bdad4df_0_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896bdad4df_0_89:notes"/>
          <p:cNvSpPr txBox="1"/>
          <p:nvPr>
            <p:ph idx="1" type="body"/>
          </p:nvPr>
        </p:nvSpPr>
        <p:spPr>
          <a:xfrm>
            <a:off x="685800" y="4400550"/>
            <a:ext cx="5486400" cy="36006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Andy</a:t>
            </a:r>
            <a:endParaRPr/>
          </a:p>
        </p:txBody>
      </p:sp>
      <p:sp>
        <p:nvSpPr>
          <p:cNvPr id="110" name="Google Shape;110;g3896bdad4df_0_8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g3896bdad4df_0_10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8" name="Google Shape;118;g3896bdad4df_0_10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Marcus</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 name="Shape 123"/>
        <p:cNvGrpSpPr/>
        <p:nvPr/>
      </p:nvGrpSpPr>
      <p:grpSpPr>
        <a:xfrm>
          <a:off x="0" y="0"/>
          <a:ext cx="0" cy="0"/>
          <a:chOff x="0" y="0"/>
          <a:chExt cx="0" cy="0"/>
        </a:xfrm>
      </p:grpSpPr>
      <p:sp>
        <p:nvSpPr>
          <p:cNvPr id="124" name="Google Shape;124;g3896bdad4df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5" name="Google Shape;125;g3896bdad4df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Each Member</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896bdad4df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896bdad4df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Brodye</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896bdad4df_0_1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896bdad4df_0_1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Ethan</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896bdad4df_0_14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896bdad4df_0_14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Andy -&gt; Note: Do Settings Last</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6.jp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Title Slide">
    <p:spTree>
      <p:nvGrpSpPr>
        <p:cNvPr id="10" name="Shape 10"/>
        <p:cNvGrpSpPr/>
        <p:nvPr/>
      </p:nvGrpSpPr>
      <p:grpSpPr>
        <a:xfrm>
          <a:off x="0" y="0"/>
          <a:ext cx="0" cy="0"/>
          <a:chOff x="0" y="0"/>
          <a:chExt cx="0" cy="0"/>
        </a:xfrm>
      </p:grpSpPr>
      <p:sp>
        <p:nvSpPr>
          <p:cNvPr id="11" name="Google Shape;11;p2"/>
          <p:cNvSpPr txBox="1"/>
          <p:nvPr>
            <p:ph type="ctrTitle"/>
          </p:nvPr>
        </p:nvSpPr>
        <p:spPr>
          <a:xfrm>
            <a:off x="512806" y="1305150"/>
            <a:ext cx="5075400" cy="17907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9F1B30"/>
              </a:buClr>
              <a:buSzPts val="4500"/>
              <a:buFont typeface="Calibri"/>
              <a:buNone/>
              <a:defRPr b="1" sz="4500">
                <a:solidFill>
                  <a:srgbClr val="9F1B30"/>
                </a:solidFill>
                <a:latin typeface="Calibri"/>
                <a:ea typeface="Calibri"/>
                <a:cs typeface="Calibri"/>
                <a:sym typeface="Calibri"/>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 name="Google Shape;12;p2"/>
          <p:cNvSpPr txBox="1"/>
          <p:nvPr>
            <p:ph idx="1" type="subTitle"/>
          </p:nvPr>
        </p:nvSpPr>
        <p:spPr>
          <a:xfrm>
            <a:off x="512806" y="3211245"/>
            <a:ext cx="5075400" cy="1241700"/>
          </a:xfrm>
          <a:prstGeom prst="rect">
            <a:avLst/>
          </a:prstGeom>
          <a:noFill/>
          <a:ln>
            <a:noFill/>
          </a:ln>
        </p:spPr>
        <p:txBody>
          <a:bodyPr anchorCtr="0" anchor="t" bIns="34275" lIns="68575" spcFirstLastPara="1" rIns="68575" wrap="square" tIns="34275">
            <a:normAutofit/>
          </a:bodyPr>
          <a:lstStyle>
            <a:lvl1pPr lvl="0" algn="l">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3" name="Google Shape;13;p2"/>
          <p:cNvSpPr txBox="1"/>
          <p:nvPr>
            <p:ph idx="10" type="dt"/>
          </p:nvPr>
        </p:nvSpPr>
        <p:spPr>
          <a:xfrm>
            <a:off x="512806"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4" name="Google Shape;14;p2"/>
          <p:cNvSpPr/>
          <p:nvPr>
            <p:ph idx="2" type="pic"/>
          </p:nvPr>
        </p:nvSpPr>
        <p:spPr>
          <a:xfrm>
            <a:off x="5657850" y="1304925"/>
            <a:ext cx="3287400" cy="3147900"/>
          </a:xfrm>
          <a:prstGeom prst="diamond">
            <a:avLst/>
          </a:prstGeom>
          <a:noFill/>
          <a:ln>
            <a:noFill/>
          </a:ln>
        </p:spPr>
      </p:sp>
      <p:sp>
        <p:nvSpPr>
          <p:cNvPr id="15" name="Google Shape;15;p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Agenda">
    <p:bg>
      <p:bgPr>
        <a:blipFill>
          <a:blip r:embed="rId2">
            <a:alphaModFix/>
          </a:blip>
          <a:stretch>
            <a:fillRect/>
          </a:stretch>
        </a:blipFill>
      </p:bgPr>
    </p:bg>
    <p:spTree>
      <p:nvGrpSpPr>
        <p:cNvPr id="16" name="Shape 16"/>
        <p:cNvGrpSpPr/>
        <p:nvPr/>
      </p:nvGrpSpPr>
      <p:grpSpPr>
        <a:xfrm>
          <a:off x="0" y="0"/>
          <a:ext cx="0" cy="0"/>
          <a:chOff x="0" y="0"/>
          <a:chExt cx="0" cy="0"/>
        </a:xfrm>
      </p:grpSpPr>
      <p:sp>
        <p:nvSpPr>
          <p:cNvPr id="17" name="Google Shape;17;p3"/>
          <p:cNvSpPr txBox="1"/>
          <p:nvPr>
            <p:ph type="title"/>
          </p:nvPr>
        </p:nvSpPr>
        <p:spPr>
          <a:xfrm>
            <a:off x="628650" y="330043"/>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3300"/>
              <a:buFont typeface="Calibri"/>
              <a:buNone/>
              <a:defRPr b="1">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8" name="Google Shape;18;p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9" name="Google Shape;19;p3"/>
          <p:cNvSpPr/>
          <p:nvPr>
            <p:ph idx="2" type="pic"/>
          </p:nvPr>
        </p:nvSpPr>
        <p:spPr>
          <a:xfrm>
            <a:off x="2686050" y="-7454"/>
            <a:ext cx="6463800" cy="1654500"/>
          </a:xfrm>
          <a:prstGeom prst="rect">
            <a:avLst/>
          </a:prstGeom>
          <a:noFill/>
          <a:ln>
            <a:noFill/>
          </a:ln>
        </p:spPr>
      </p:sp>
      <p:sp>
        <p:nvSpPr>
          <p:cNvPr id="20" name="Google Shape;20;p3"/>
          <p:cNvSpPr/>
          <p:nvPr>
            <p:ph idx="3" type="dgm"/>
          </p:nvPr>
        </p:nvSpPr>
        <p:spPr>
          <a:xfrm>
            <a:off x="628650" y="1840706"/>
            <a:ext cx="7817700" cy="2534700"/>
          </a:xfrm>
          <a:prstGeom prst="rect">
            <a:avLst/>
          </a:prstGeom>
          <a:noFill/>
          <a:ln>
            <a:noFill/>
          </a:ln>
        </p:spPr>
        <p:txBody>
          <a:bodyPr anchorCtr="0" anchor="t" bIns="34275" lIns="68575" spcFirstLastPara="1" rIns="68575" wrap="square" tIns="34275">
            <a:noAutofit/>
          </a:bodyPr>
          <a:lstStyle>
            <a:lvl1pPr lvl="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lvl="1"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lvl="4"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lvl="5"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lvl="6"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lvl="7"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lvl="8"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21" name="Google Shape;21;p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bout">
  <p:cSld name="About">
    <p:bg>
      <p:bgPr>
        <a:blipFill>
          <a:blip r:embed="rId2">
            <a:alphaModFix/>
          </a:blip>
          <a:stretch>
            <a:fillRect/>
          </a:stretch>
        </a:blipFill>
      </p:bgPr>
    </p:bg>
    <p:spTree>
      <p:nvGrpSpPr>
        <p:cNvPr id="22" name="Shape 22"/>
        <p:cNvGrpSpPr/>
        <p:nvPr/>
      </p:nvGrpSpPr>
      <p:grpSpPr>
        <a:xfrm>
          <a:off x="0" y="0"/>
          <a:ext cx="0" cy="0"/>
          <a:chOff x="0" y="0"/>
          <a:chExt cx="0" cy="0"/>
        </a:xfrm>
      </p:grpSpPr>
      <p:sp>
        <p:nvSpPr>
          <p:cNvPr id="23" name="Google Shape;23;p4"/>
          <p:cNvSpPr txBox="1"/>
          <p:nvPr>
            <p:ph type="title"/>
          </p:nvPr>
        </p:nvSpPr>
        <p:spPr>
          <a:xfrm>
            <a:off x="4124068" y="576263"/>
            <a:ext cx="4386600" cy="15960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9F1B30"/>
              </a:buClr>
              <a:buSzPts val="4500"/>
              <a:buFont typeface="Calibri"/>
              <a:buNone/>
              <a:defRPr b="1" sz="4500">
                <a:solidFill>
                  <a:srgbClr val="9F1B30"/>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4" name="Google Shape;24;p4"/>
          <p:cNvSpPr txBox="1"/>
          <p:nvPr>
            <p:ph idx="1" type="body"/>
          </p:nvPr>
        </p:nvSpPr>
        <p:spPr>
          <a:xfrm>
            <a:off x="4432859" y="2408522"/>
            <a:ext cx="4082400" cy="7704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5" name="Google Shape;25;p4"/>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solidFill>
                  <a:schemeClr val="lt1"/>
                </a:solidFill>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6" name="Google Shape;26;p4"/>
          <p:cNvSpPr txBox="1"/>
          <p:nvPr>
            <p:ph idx="2" type="body"/>
          </p:nvPr>
        </p:nvSpPr>
        <p:spPr>
          <a:xfrm>
            <a:off x="4432859" y="3375767"/>
            <a:ext cx="4082400" cy="7704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888888"/>
              </a:buClr>
              <a:buSzPts val="1800"/>
              <a:buNone/>
              <a:defRPr sz="1800">
                <a:solidFill>
                  <a:srgbClr val="888888"/>
                </a:solidFill>
              </a:defRPr>
            </a:lvl1pPr>
            <a:lvl2pPr indent="-228600" lvl="1" marL="914400" algn="l">
              <a:lnSpc>
                <a:spcPct val="90000"/>
              </a:lnSpc>
              <a:spcBef>
                <a:spcPts val="400"/>
              </a:spcBef>
              <a:spcAft>
                <a:spcPts val="0"/>
              </a:spcAft>
              <a:buClr>
                <a:srgbClr val="888888"/>
              </a:buClr>
              <a:buSzPts val="1500"/>
              <a:buNone/>
              <a:defRPr sz="1500">
                <a:solidFill>
                  <a:srgbClr val="888888"/>
                </a:solidFill>
              </a:defRPr>
            </a:lvl2pPr>
            <a:lvl3pPr indent="-228600" lvl="2" marL="1371600" algn="l">
              <a:lnSpc>
                <a:spcPct val="90000"/>
              </a:lnSpc>
              <a:spcBef>
                <a:spcPts val="400"/>
              </a:spcBef>
              <a:spcAft>
                <a:spcPts val="0"/>
              </a:spcAft>
              <a:buClr>
                <a:srgbClr val="888888"/>
              </a:buClr>
              <a:buSzPts val="1400"/>
              <a:buNone/>
              <a:defRPr sz="1400">
                <a:solidFill>
                  <a:srgbClr val="888888"/>
                </a:solidFill>
              </a:defRPr>
            </a:lvl3pPr>
            <a:lvl4pPr indent="-228600" lvl="3" marL="1828800" algn="l">
              <a:lnSpc>
                <a:spcPct val="90000"/>
              </a:lnSpc>
              <a:spcBef>
                <a:spcPts val="400"/>
              </a:spcBef>
              <a:spcAft>
                <a:spcPts val="0"/>
              </a:spcAft>
              <a:buClr>
                <a:srgbClr val="888888"/>
              </a:buClr>
              <a:buSzPts val="1200"/>
              <a:buNone/>
              <a:defRPr sz="1200">
                <a:solidFill>
                  <a:srgbClr val="888888"/>
                </a:solidFill>
              </a:defRPr>
            </a:lvl4pPr>
            <a:lvl5pPr indent="-228600" lvl="4" marL="2286000" algn="l">
              <a:lnSpc>
                <a:spcPct val="90000"/>
              </a:lnSpc>
              <a:spcBef>
                <a:spcPts val="400"/>
              </a:spcBef>
              <a:spcAft>
                <a:spcPts val="0"/>
              </a:spcAft>
              <a:buClr>
                <a:srgbClr val="888888"/>
              </a:buClr>
              <a:buSzPts val="1200"/>
              <a:buNone/>
              <a:defRPr sz="1200">
                <a:solidFill>
                  <a:srgbClr val="888888"/>
                </a:solidFill>
              </a:defRPr>
            </a:lvl5pPr>
            <a:lvl6pPr indent="-228600" lvl="5" marL="2743200" algn="l">
              <a:lnSpc>
                <a:spcPct val="90000"/>
              </a:lnSpc>
              <a:spcBef>
                <a:spcPts val="400"/>
              </a:spcBef>
              <a:spcAft>
                <a:spcPts val="0"/>
              </a:spcAft>
              <a:buClr>
                <a:srgbClr val="888888"/>
              </a:buClr>
              <a:buSzPts val="1200"/>
              <a:buNone/>
              <a:defRPr sz="1200">
                <a:solidFill>
                  <a:srgbClr val="888888"/>
                </a:solidFill>
              </a:defRPr>
            </a:lvl6pPr>
            <a:lvl7pPr indent="-228600" lvl="6" marL="3200400" algn="l">
              <a:lnSpc>
                <a:spcPct val="90000"/>
              </a:lnSpc>
              <a:spcBef>
                <a:spcPts val="400"/>
              </a:spcBef>
              <a:spcAft>
                <a:spcPts val="0"/>
              </a:spcAft>
              <a:buClr>
                <a:srgbClr val="888888"/>
              </a:buClr>
              <a:buSzPts val="1200"/>
              <a:buNone/>
              <a:defRPr sz="1200">
                <a:solidFill>
                  <a:srgbClr val="888888"/>
                </a:solidFill>
              </a:defRPr>
            </a:lvl7pPr>
            <a:lvl8pPr indent="-228600" lvl="7" marL="3657600" algn="l">
              <a:lnSpc>
                <a:spcPct val="90000"/>
              </a:lnSpc>
              <a:spcBef>
                <a:spcPts val="400"/>
              </a:spcBef>
              <a:spcAft>
                <a:spcPts val="0"/>
              </a:spcAft>
              <a:buClr>
                <a:srgbClr val="888888"/>
              </a:buClr>
              <a:buSzPts val="1200"/>
              <a:buNone/>
              <a:defRPr sz="1200">
                <a:solidFill>
                  <a:srgbClr val="888888"/>
                </a:solidFill>
              </a:defRPr>
            </a:lvl8pPr>
            <a:lvl9pPr indent="-228600" lvl="8" marL="4114800" algn="l">
              <a:lnSpc>
                <a:spcPct val="90000"/>
              </a:lnSpc>
              <a:spcBef>
                <a:spcPts val="400"/>
              </a:spcBef>
              <a:spcAft>
                <a:spcPts val="0"/>
              </a:spcAft>
              <a:buClr>
                <a:srgbClr val="888888"/>
              </a:buClr>
              <a:buSzPts val="1200"/>
              <a:buNone/>
              <a:defRPr sz="1200">
                <a:solidFill>
                  <a:srgbClr val="888888"/>
                </a:solidFill>
              </a:defRPr>
            </a:lvl9pPr>
          </a:lstStyle>
          <a:p/>
        </p:txBody>
      </p:sp>
      <p:sp>
        <p:nvSpPr>
          <p:cNvPr id="27" name="Google Shape;27;p4"/>
          <p:cNvSpPr/>
          <p:nvPr>
            <p:ph idx="3" type="pic"/>
          </p:nvPr>
        </p:nvSpPr>
        <p:spPr>
          <a:xfrm>
            <a:off x="0" y="0"/>
            <a:ext cx="3660000" cy="5143500"/>
          </a:xfrm>
          <a:prstGeom prst="rect">
            <a:avLst/>
          </a:prstGeom>
          <a:noFill/>
          <a:ln>
            <a:noFill/>
          </a:ln>
        </p:spPr>
      </p:sp>
      <p:sp>
        <p:nvSpPr>
          <p:cNvPr id="28" name="Google Shape;28;p4"/>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rgbClr val="888888"/>
                </a:solidFill>
              </a:defRPr>
            </a:lvl1pPr>
            <a:lvl2pPr lvl="1">
              <a:buNone/>
              <a:defRPr>
                <a:solidFill>
                  <a:srgbClr val="888888"/>
                </a:solidFill>
              </a:defRPr>
            </a:lvl2pPr>
            <a:lvl3pPr lvl="2">
              <a:buNone/>
              <a:defRPr>
                <a:solidFill>
                  <a:srgbClr val="888888"/>
                </a:solidFill>
              </a:defRPr>
            </a:lvl3pPr>
            <a:lvl4pPr lvl="3">
              <a:buNone/>
              <a:defRPr>
                <a:solidFill>
                  <a:srgbClr val="888888"/>
                </a:solidFill>
              </a:defRPr>
            </a:lvl4pPr>
            <a:lvl5pPr lvl="4">
              <a:buNone/>
              <a:defRPr>
                <a:solidFill>
                  <a:srgbClr val="888888"/>
                </a:solidFill>
              </a:defRPr>
            </a:lvl5pPr>
            <a:lvl6pPr lvl="5">
              <a:buNone/>
              <a:defRPr>
                <a:solidFill>
                  <a:srgbClr val="888888"/>
                </a:solidFill>
              </a:defRPr>
            </a:lvl6pPr>
            <a:lvl7pPr lvl="6">
              <a:buNone/>
              <a:defRPr>
                <a:solidFill>
                  <a:srgbClr val="888888"/>
                </a:solidFill>
              </a:defRPr>
            </a:lvl7pPr>
            <a:lvl8pPr lvl="7">
              <a:buNone/>
              <a:defRPr>
                <a:solidFill>
                  <a:srgbClr val="888888"/>
                </a:solidFill>
              </a:defRPr>
            </a:lvl8pPr>
            <a:lvl9pPr lvl="8">
              <a:buNone/>
              <a:defRPr>
                <a:solidFill>
                  <a:srgbClr val="888888"/>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ission &amp; Vision">
  <p:cSld name="Mission &amp; Vision">
    <p:bg>
      <p:bgPr>
        <a:blipFill>
          <a:blip r:embed="rId2">
            <a:alphaModFix/>
          </a:blip>
          <a:stretch>
            <a:fillRect/>
          </a:stretch>
        </a:blipFill>
      </p:bgPr>
    </p:bg>
    <p:spTree>
      <p:nvGrpSpPr>
        <p:cNvPr id="29" name="Shape 29"/>
        <p:cNvGrpSpPr/>
        <p:nvPr/>
      </p:nvGrpSpPr>
      <p:grpSpPr>
        <a:xfrm>
          <a:off x="0" y="0"/>
          <a:ext cx="0" cy="0"/>
          <a:chOff x="0" y="0"/>
          <a:chExt cx="0" cy="0"/>
        </a:xfrm>
      </p:grpSpPr>
      <p:sp>
        <p:nvSpPr>
          <p:cNvPr id="30" name="Google Shape;30;p5"/>
          <p:cNvSpPr txBox="1"/>
          <p:nvPr>
            <p:ph type="title"/>
          </p:nvPr>
        </p:nvSpPr>
        <p:spPr>
          <a:xfrm>
            <a:off x="527899" y="273844"/>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9F1B30"/>
              </a:buClr>
              <a:buSzPts val="3300"/>
              <a:buFont typeface="Calibri"/>
              <a:buNone/>
              <a:defRPr b="1">
                <a:solidFill>
                  <a:srgbClr val="9F1B30"/>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Google Shape;31;p5"/>
          <p:cNvSpPr txBox="1"/>
          <p:nvPr>
            <p:ph idx="1" type="body"/>
          </p:nvPr>
        </p:nvSpPr>
        <p:spPr>
          <a:xfrm>
            <a:off x="527899" y="2380060"/>
            <a:ext cx="2289300" cy="497700"/>
          </a:xfrm>
          <a:prstGeom prst="rect">
            <a:avLst/>
          </a:prstGeom>
          <a:noFill/>
          <a:ln>
            <a:noFill/>
          </a:ln>
        </p:spPr>
        <p:txBody>
          <a:bodyPr anchorCtr="0" anchor="ctr" bIns="34275" lIns="68575" spcFirstLastPara="1" rIns="68575" wrap="square" tIns="34275">
            <a:normAutofit/>
          </a:bodyPr>
          <a:lstStyle>
            <a:lvl1pPr indent="-228600" lvl="0" marL="457200" algn="ctr">
              <a:lnSpc>
                <a:spcPct val="90000"/>
              </a:lnSpc>
              <a:spcBef>
                <a:spcPts val="800"/>
              </a:spcBef>
              <a:spcAft>
                <a:spcPts val="0"/>
              </a:spcAft>
              <a:buClr>
                <a:srgbClr val="9F1B30"/>
              </a:buClr>
              <a:buSzPts val="1800"/>
              <a:buNone/>
              <a:defRPr b="1" sz="1800">
                <a:solidFill>
                  <a:srgbClr val="9F1B30"/>
                </a:solidFill>
              </a:defRPr>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2" name="Google Shape;32;p5"/>
          <p:cNvSpPr txBox="1"/>
          <p:nvPr>
            <p:ph idx="2" type="body"/>
          </p:nvPr>
        </p:nvSpPr>
        <p:spPr>
          <a:xfrm>
            <a:off x="527899" y="2990850"/>
            <a:ext cx="2289300" cy="1550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3" name="Google Shape;33;p5"/>
          <p:cNvSpPr txBox="1"/>
          <p:nvPr>
            <p:ph idx="3" type="body"/>
          </p:nvPr>
        </p:nvSpPr>
        <p:spPr>
          <a:xfrm>
            <a:off x="3415099" y="2380060"/>
            <a:ext cx="2289300" cy="485700"/>
          </a:xfrm>
          <a:prstGeom prst="rect">
            <a:avLst/>
          </a:prstGeom>
          <a:noFill/>
          <a:ln>
            <a:noFill/>
          </a:ln>
        </p:spPr>
        <p:txBody>
          <a:bodyPr anchorCtr="0" anchor="ctr" bIns="34275" lIns="68575" spcFirstLastPara="1" rIns="68575" wrap="square" tIns="34275">
            <a:normAutofit/>
          </a:bodyPr>
          <a:lstStyle>
            <a:lvl1pPr indent="-228600" lvl="0" marL="457200" algn="ctr">
              <a:lnSpc>
                <a:spcPct val="90000"/>
              </a:lnSpc>
              <a:spcBef>
                <a:spcPts val="800"/>
              </a:spcBef>
              <a:spcAft>
                <a:spcPts val="0"/>
              </a:spcAft>
              <a:buClr>
                <a:srgbClr val="9F1B30"/>
              </a:buClr>
              <a:buSzPts val="1800"/>
              <a:buNone/>
              <a:defRPr b="1" sz="1800">
                <a:solidFill>
                  <a:srgbClr val="9F1B30"/>
                </a:solidFill>
              </a:defRPr>
            </a:lvl1pPr>
            <a:lvl2pPr indent="-228600" lvl="1" marL="914400" algn="l">
              <a:lnSpc>
                <a:spcPct val="90000"/>
              </a:lnSpc>
              <a:spcBef>
                <a:spcPts val="400"/>
              </a:spcBef>
              <a:spcAft>
                <a:spcPts val="0"/>
              </a:spcAft>
              <a:buClr>
                <a:schemeClr val="dk1"/>
              </a:buClr>
              <a:buSzPts val="1500"/>
              <a:buNone/>
              <a:defRPr b="1" sz="1500"/>
            </a:lvl2pPr>
            <a:lvl3pPr indent="-228600" lvl="2" marL="1371600" algn="l">
              <a:lnSpc>
                <a:spcPct val="90000"/>
              </a:lnSpc>
              <a:spcBef>
                <a:spcPts val="400"/>
              </a:spcBef>
              <a:spcAft>
                <a:spcPts val="0"/>
              </a:spcAft>
              <a:buClr>
                <a:schemeClr val="dk1"/>
              </a:buClr>
              <a:buSzPts val="1400"/>
              <a:buNone/>
              <a:defRPr b="1" sz="1400"/>
            </a:lvl3pPr>
            <a:lvl4pPr indent="-228600" lvl="3" marL="1828800" algn="l">
              <a:lnSpc>
                <a:spcPct val="90000"/>
              </a:lnSpc>
              <a:spcBef>
                <a:spcPts val="400"/>
              </a:spcBef>
              <a:spcAft>
                <a:spcPts val="0"/>
              </a:spcAft>
              <a:buClr>
                <a:schemeClr val="dk1"/>
              </a:buClr>
              <a:buSzPts val="1200"/>
              <a:buNone/>
              <a:defRPr b="1" sz="1200"/>
            </a:lvl4pPr>
            <a:lvl5pPr indent="-228600" lvl="4" marL="2286000" algn="l">
              <a:lnSpc>
                <a:spcPct val="90000"/>
              </a:lnSpc>
              <a:spcBef>
                <a:spcPts val="400"/>
              </a:spcBef>
              <a:spcAft>
                <a:spcPts val="0"/>
              </a:spcAft>
              <a:buClr>
                <a:schemeClr val="dk1"/>
              </a:buClr>
              <a:buSzPts val="1200"/>
              <a:buNone/>
              <a:defRPr b="1" sz="1200"/>
            </a:lvl5pPr>
            <a:lvl6pPr indent="-228600" lvl="5" marL="2743200" algn="l">
              <a:lnSpc>
                <a:spcPct val="90000"/>
              </a:lnSpc>
              <a:spcBef>
                <a:spcPts val="400"/>
              </a:spcBef>
              <a:spcAft>
                <a:spcPts val="0"/>
              </a:spcAft>
              <a:buClr>
                <a:schemeClr val="dk1"/>
              </a:buClr>
              <a:buSzPts val="1200"/>
              <a:buNone/>
              <a:defRPr b="1" sz="1200"/>
            </a:lvl6pPr>
            <a:lvl7pPr indent="-228600" lvl="6" marL="3200400" algn="l">
              <a:lnSpc>
                <a:spcPct val="90000"/>
              </a:lnSpc>
              <a:spcBef>
                <a:spcPts val="400"/>
              </a:spcBef>
              <a:spcAft>
                <a:spcPts val="0"/>
              </a:spcAft>
              <a:buClr>
                <a:schemeClr val="dk1"/>
              </a:buClr>
              <a:buSzPts val="1200"/>
              <a:buNone/>
              <a:defRPr b="1" sz="1200"/>
            </a:lvl7pPr>
            <a:lvl8pPr indent="-228600" lvl="7" marL="3657600" algn="l">
              <a:lnSpc>
                <a:spcPct val="90000"/>
              </a:lnSpc>
              <a:spcBef>
                <a:spcPts val="400"/>
              </a:spcBef>
              <a:spcAft>
                <a:spcPts val="0"/>
              </a:spcAft>
              <a:buClr>
                <a:schemeClr val="dk1"/>
              </a:buClr>
              <a:buSzPts val="1200"/>
              <a:buNone/>
              <a:defRPr b="1" sz="1200"/>
            </a:lvl8pPr>
            <a:lvl9pPr indent="-228600" lvl="8" marL="4114800" algn="l">
              <a:lnSpc>
                <a:spcPct val="90000"/>
              </a:lnSpc>
              <a:spcBef>
                <a:spcPts val="400"/>
              </a:spcBef>
              <a:spcAft>
                <a:spcPts val="0"/>
              </a:spcAft>
              <a:buClr>
                <a:schemeClr val="dk1"/>
              </a:buClr>
              <a:buSzPts val="1200"/>
              <a:buNone/>
              <a:defRPr b="1" sz="1200"/>
            </a:lvl9pPr>
          </a:lstStyle>
          <a:p/>
        </p:txBody>
      </p:sp>
      <p:sp>
        <p:nvSpPr>
          <p:cNvPr id="34" name="Google Shape;34;p5"/>
          <p:cNvSpPr txBox="1"/>
          <p:nvPr>
            <p:ph idx="4" type="body"/>
          </p:nvPr>
        </p:nvSpPr>
        <p:spPr>
          <a:xfrm>
            <a:off x="3415099" y="2990850"/>
            <a:ext cx="2289300" cy="1550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5" name="Google Shape;35;p5"/>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6" name="Google Shape;36;p5"/>
          <p:cNvSpPr txBox="1"/>
          <p:nvPr>
            <p:ph idx="5" type="body"/>
          </p:nvPr>
        </p:nvSpPr>
        <p:spPr>
          <a:xfrm>
            <a:off x="527899" y="1381093"/>
            <a:ext cx="5856600" cy="5751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37" name="Google Shape;37;p5"/>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rgbClr val="9F1B30"/>
                </a:solidFill>
              </a:defRPr>
            </a:lvl1pPr>
            <a:lvl2pPr lvl="1">
              <a:buNone/>
              <a:defRPr>
                <a:solidFill>
                  <a:srgbClr val="9F1B30"/>
                </a:solidFill>
              </a:defRPr>
            </a:lvl2pPr>
            <a:lvl3pPr lvl="2">
              <a:buNone/>
              <a:defRPr>
                <a:solidFill>
                  <a:srgbClr val="9F1B30"/>
                </a:solidFill>
              </a:defRPr>
            </a:lvl3pPr>
            <a:lvl4pPr lvl="3">
              <a:buNone/>
              <a:defRPr>
                <a:solidFill>
                  <a:srgbClr val="9F1B30"/>
                </a:solidFill>
              </a:defRPr>
            </a:lvl4pPr>
            <a:lvl5pPr lvl="4">
              <a:buNone/>
              <a:defRPr>
                <a:solidFill>
                  <a:srgbClr val="9F1B30"/>
                </a:solidFill>
              </a:defRPr>
            </a:lvl5pPr>
            <a:lvl6pPr lvl="5">
              <a:buNone/>
              <a:defRPr>
                <a:solidFill>
                  <a:srgbClr val="9F1B30"/>
                </a:solidFill>
              </a:defRPr>
            </a:lvl6pPr>
            <a:lvl7pPr lvl="6">
              <a:buNone/>
              <a:defRPr>
                <a:solidFill>
                  <a:srgbClr val="9F1B30"/>
                </a:solidFill>
              </a:defRPr>
            </a:lvl7pPr>
            <a:lvl8pPr lvl="7">
              <a:buNone/>
              <a:defRPr>
                <a:solidFill>
                  <a:srgbClr val="9F1B30"/>
                </a:solidFill>
              </a:defRPr>
            </a:lvl8pPr>
            <a:lvl9pPr lvl="8">
              <a:buNone/>
              <a:defRPr>
                <a:solidFill>
                  <a:srgbClr val="9F1B30"/>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Goals">
  <p:cSld name="Goals">
    <p:bg>
      <p:bgPr>
        <a:blipFill>
          <a:blip r:embed="rId2">
            <a:alphaModFix/>
          </a:blip>
          <a:stretch>
            <a:fillRect/>
          </a:stretch>
        </a:blipFill>
      </p:bgPr>
    </p:bg>
    <p:spTree>
      <p:nvGrpSpPr>
        <p:cNvPr id="38" name="Shape 38"/>
        <p:cNvGrpSpPr/>
        <p:nvPr/>
      </p:nvGrpSpPr>
      <p:grpSpPr>
        <a:xfrm>
          <a:off x="0" y="0"/>
          <a:ext cx="0" cy="0"/>
          <a:chOff x="0" y="0"/>
          <a:chExt cx="0" cy="0"/>
        </a:xfrm>
      </p:grpSpPr>
      <p:sp>
        <p:nvSpPr>
          <p:cNvPr id="39" name="Google Shape;39;p6"/>
          <p:cNvSpPr txBox="1"/>
          <p:nvPr>
            <p:ph type="title"/>
          </p:nvPr>
        </p:nvSpPr>
        <p:spPr>
          <a:xfrm>
            <a:off x="628650" y="273844"/>
            <a:ext cx="26520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chemeClr val="lt1"/>
              </a:buClr>
              <a:buSzPts val="3300"/>
              <a:buFont typeface="Calibri"/>
              <a:buNone/>
              <a:defRPr b="1">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0" name="Google Shape;40;p6"/>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1" name="Google Shape;41;p6"/>
          <p:cNvSpPr txBox="1"/>
          <p:nvPr>
            <p:ph idx="1" type="body"/>
          </p:nvPr>
        </p:nvSpPr>
        <p:spPr>
          <a:xfrm>
            <a:off x="760810" y="3123010"/>
            <a:ext cx="2004900" cy="1081200"/>
          </a:xfrm>
          <a:prstGeom prst="rect">
            <a:avLst/>
          </a:prstGeom>
          <a:noFill/>
          <a:ln>
            <a:noFill/>
          </a:ln>
        </p:spPr>
        <p:txBody>
          <a:bodyPr anchorCtr="0" anchor="t" bIns="34275" lIns="68575" spcFirstLastPara="1" rIns="68575" wrap="square" tIns="34275">
            <a:noAutofit/>
          </a:bodyPr>
          <a:lstStyle>
            <a:lvl1pPr indent="-323850" lvl="0" marL="457200" algn="l">
              <a:lnSpc>
                <a:spcPct val="90000"/>
              </a:lnSpc>
              <a:spcBef>
                <a:spcPts val="800"/>
              </a:spcBef>
              <a:spcAft>
                <a:spcPts val="0"/>
              </a:spcAft>
              <a:buClr>
                <a:schemeClr val="dk1"/>
              </a:buClr>
              <a:buSzPts val="1500"/>
              <a:buChar char="•"/>
              <a:defRPr sz="1500"/>
            </a:lvl1pPr>
            <a:lvl2pPr indent="-317500" lvl="1" marL="914400" algn="l">
              <a:lnSpc>
                <a:spcPct val="90000"/>
              </a:lnSpc>
              <a:spcBef>
                <a:spcPts val="400"/>
              </a:spcBef>
              <a:spcAft>
                <a:spcPts val="0"/>
              </a:spcAft>
              <a:buClr>
                <a:schemeClr val="dk1"/>
              </a:buClr>
              <a:buSzPts val="1400"/>
              <a:buChar char="•"/>
              <a:defRPr sz="1400"/>
            </a:lvl2pPr>
            <a:lvl3pPr indent="-304800" lvl="2" marL="1371600" algn="l">
              <a:lnSpc>
                <a:spcPct val="90000"/>
              </a:lnSpc>
              <a:spcBef>
                <a:spcPts val="400"/>
              </a:spcBef>
              <a:spcAft>
                <a:spcPts val="0"/>
              </a:spcAft>
              <a:buClr>
                <a:schemeClr val="dk1"/>
              </a:buClr>
              <a:buSzPts val="1200"/>
              <a:buChar char="•"/>
              <a:defRPr sz="1200"/>
            </a:lvl3pPr>
            <a:lvl4pPr indent="-298450" lvl="3" marL="1828800" algn="l">
              <a:lnSpc>
                <a:spcPct val="90000"/>
              </a:lnSpc>
              <a:spcBef>
                <a:spcPts val="400"/>
              </a:spcBef>
              <a:spcAft>
                <a:spcPts val="0"/>
              </a:spcAft>
              <a:buClr>
                <a:schemeClr val="dk1"/>
              </a:buClr>
              <a:buSzPts val="1100"/>
              <a:buChar char="•"/>
              <a:defRPr sz="1100"/>
            </a:lvl4pPr>
            <a:lvl5pPr indent="-298450" lvl="4" marL="2286000" algn="l">
              <a:lnSpc>
                <a:spcPct val="9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2" name="Google Shape;42;p6"/>
          <p:cNvSpPr txBox="1"/>
          <p:nvPr>
            <p:ph idx="2" type="body"/>
          </p:nvPr>
        </p:nvSpPr>
        <p:spPr>
          <a:xfrm>
            <a:off x="3551039" y="3100078"/>
            <a:ext cx="2041800" cy="1133400"/>
          </a:xfrm>
          <a:prstGeom prst="rect">
            <a:avLst/>
          </a:prstGeom>
          <a:noFill/>
          <a:ln>
            <a:noFill/>
          </a:ln>
        </p:spPr>
        <p:txBody>
          <a:bodyPr anchorCtr="0" anchor="t" bIns="34275" lIns="68575" spcFirstLastPara="1" rIns="68575" wrap="square" tIns="34275">
            <a:noAutofit/>
          </a:bodyPr>
          <a:lstStyle>
            <a:lvl1pPr indent="-323850" lvl="0" marL="457200" algn="l">
              <a:lnSpc>
                <a:spcPct val="90000"/>
              </a:lnSpc>
              <a:spcBef>
                <a:spcPts val="800"/>
              </a:spcBef>
              <a:spcAft>
                <a:spcPts val="0"/>
              </a:spcAft>
              <a:buClr>
                <a:schemeClr val="dk1"/>
              </a:buClr>
              <a:buSzPts val="1500"/>
              <a:buChar char="•"/>
              <a:defRPr sz="1500"/>
            </a:lvl1pPr>
            <a:lvl2pPr indent="-317500" lvl="1" marL="914400" algn="l">
              <a:lnSpc>
                <a:spcPct val="90000"/>
              </a:lnSpc>
              <a:spcBef>
                <a:spcPts val="400"/>
              </a:spcBef>
              <a:spcAft>
                <a:spcPts val="0"/>
              </a:spcAft>
              <a:buClr>
                <a:schemeClr val="dk1"/>
              </a:buClr>
              <a:buSzPts val="1400"/>
              <a:buChar char="•"/>
              <a:defRPr sz="1400"/>
            </a:lvl2pPr>
            <a:lvl3pPr indent="-304800" lvl="2" marL="1371600" algn="l">
              <a:lnSpc>
                <a:spcPct val="90000"/>
              </a:lnSpc>
              <a:spcBef>
                <a:spcPts val="400"/>
              </a:spcBef>
              <a:spcAft>
                <a:spcPts val="0"/>
              </a:spcAft>
              <a:buClr>
                <a:schemeClr val="dk1"/>
              </a:buClr>
              <a:buSzPts val="1200"/>
              <a:buChar char="•"/>
              <a:defRPr sz="1200"/>
            </a:lvl3pPr>
            <a:lvl4pPr indent="-298450" lvl="3" marL="1828800" algn="l">
              <a:lnSpc>
                <a:spcPct val="90000"/>
              </a:lnSpc>
              <a:spcBef>
                <a:spcPts val="400"/>
              </a:spcBef>
              <a:spcAft>
                <a:spcPts val="0"/>
              </a:spcAft>
              <a:buClr>
                <a:schemeClr val="dk1"/>
              </a:buClr>
              <a:buSzPts val="1100"/>
              <a:buChar char="•"/>
              <a:defRPr sz="1100"/>
            </a:lvl4pPr>
            <a:lvl5pPr indent="-298450" lvl="4" marL="2286000" algn="l">
              <a:lnSpc>
                <a:spcPct val="9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3" name="Google Shape;43;p6"/>
          <p:cNvSpPr txBox="1"/>
          <p:nvPr>
            <p:ph idx="3" type="body"/>
          </p:nvPr>
        </p:nvSpPr>
        <p:spPr>
          <a:xfrm>
            <a:off x="6378179" y="3123010"/>
            <a:ext cx="2004900" cy="1081200"/>
          </a:xfrm>
          <a:prstGeom prst="rect">
            <a:avLst/>
          </a:prstGeom>
          <a:noFill/>
          <a:ln>
            <a:noFill/>
          </a:ln>
        </p:spPr>
        <p:txBody>
          <a:bodyPr anchorCtr="0" anchor="t" bIns="34275" lIns="68575" spcFirstLastPara="1" rIns="68575" wrap="square" tIns="34275">
            <a:noAutofit/>
          </a:bodyPr>
          <a:lstStyle>
            <a:lvl1pPr indent="-323850" lvl="0" marL="457200" algn="l">
              <a:lnSpc>
                <a:spcPct val="90000"/>
              </a:lnSpc>
              <a:spcBef>
                <a:spcPts val="800"/>
              </a:spcBef>
              <a:spcAft>
                <a:spcPts val="0"/>
              </a:spcAft>
              <a:buClr>
                <a:schemeClr val="dk1"/>
              </a:buClr>
              <a:buSzPts val="1500"/>
              <a:buChar char="•"/>
              <a:defRPr sz="1500"/>
            </a:lvl1pPr>
            <a:lvl2pPr indent="-317500" lvl="1" marL="914400" algn="l">
              <a:lnSpc>
                <a:spcPct val="90000"/>
              </a:lnSpc>
              <a:spcBef>
                <a:spcPts val="400"/>
              </a:spcBef>
              <a:spcAft>
                <a:spcPts val="0"/>
              </a:spcAft>
              <a:buClr>
                <a:schemeClr val="dk1"/>
              </a:buClr>
              <a:buSzPts val="1400"/>
              <a:buChar char="•"/>
              <a:defRPr sz="1400"/>
            </a:lvl2pPr>
            <a:lvl3pPr indent="-304800" lvl="2" marL="1371600" algn="l">
              <a:lnSpc>
                <a:spcPct val="90000"/>
              </a:lnSpc>
              <a:spcBef>
                <a:spcPts val="400"/>
              </a:spcBef>
              <a:spcAft>
                <a:spcPts val="0"/>
              </a:spcAft>
              <a:buClr>
                <a:schemeClr val="dk1"/>
              </a:buClr>
              <a:buSzPts val="1200"/>
              <a:buChar char="•"/>
              <a:defRPr sz="1200"/>
            </a:lvl3pPr>
            <a:lvl4pPr indent="-298450" lvl="3" marL="1828800" algn="l">
              <a:lnSpc>
                <a:spcPct val="90000"/>
              </a:lnSpc>
              <a:spcBef>
                <a:spcPts val="400"/>
              </a:spcBef>
              <a:spcAft>
                <a:spcPts val="0"/>
              </a:spcAft>
              <a:buClr>
                <a:schemeClr val="dk1"/>
              </a:buClr>
              <a:buSzPts val="1100"/>
              <a:buChar char="•"/>
              <a:defRPr sz="1100"/>
            </a:lvl4pPr>
            <a:lvl5pPr indent="-298450" lvl="4" marL="2286000" algn="l">
              <a:lnSpc>
                <a:spcPct val="90000"/>
              </a:lnSpc>
              <a:spcBef>
                <a:spcPts val="400"/>
              </a:spcBef>
              <a:spcAft>
                <a:spcPts val="0"/>
              </a:spcAft>
              <a:buClr>
                <a:schemeClr val="dk1"/>
              </a:buClr>
              <a:buSzPts val="1100"/>
              <a:buChar char="•"/>
              <a:defRPr sz="1100"/>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4" name="Google Shape;44;p6"/>
          <p:cNvSpPr/>
          <p:nvPr>
            <p:ph idx="4" type="pic"/>
          </p:nvPr>
        </p:nvSpPr>
        <p:spPr>
          <a:xfrm>
            <a:off x="1506141" y="2430118"/>
            <a:ext cx="551400" cy="514200"/>
          </a:xfrm>
          <a:prstGeom prst="rect">
            <a:avLst/>
          </a:prstGeom>
          <a:noFill/>
          <a:ln>
            <a:noFill/>
          </a:ln>
        </p:spPr>
      </p:sp>
      <p:sp>
        <p:nvSpPr>
          <p:cNvPr id="45" name="Google Shape;45;p6"/>
          <p:cNvSpPr/>
          <p:nvPr>
            <p:ph idx="5" type="pic"/>
          </p:nvPr>
        </p:nvSpPr>
        <p:spPr>
          <a:xfrm>
            <a:off x="4296370" y="2430117"/>
            <a:ext cx="551400" cy="514200"/>
          </a:xfrm>
          <a:prstGeom prst="rect">
            <a:avLst/>
          </a:prstGeom>
          <a:noFill/>
          <a:ln>
            <a:noFill/>
          </a:ln>
        </p:spPr>
      </p:sp>
      <p:sp>
        <p:nvSpPr>
          <p:cNvPr id="46" name="Google Shape;46;p6"/>
          <p:cNvSpPr/>
          <p:nvPr>
            <p:ph idx="6" type="pic"/>
          </p:nvPr>
        </p:nvSpPr>
        <p:spPr>
          <a:xfrm>
            <a:off x="7086599" y="2430116"/>
            <a:ext cx="551400" cy="514200"/>
          </a:xfrm>
          <a:prstGeom prst="rect">
            <a:avLst/>
          </a:prstGeom>
          <a:noFill/>
          <a:ln>
            <a:noFill/>
          </a:ln>
        </p:spPr>
      </p:sp>
      <p:sp>
        <p:nvSpPr>
          <p:cNvPr id="47" name="Google Shape;47;p6"/>
          <p:cNvSpPr txBox="1"/>
          <p:nvPr>
            <p:ph idx="7" type="body"/>
          </p:nvPr>
        </p:nvSpPr>
        <p:spPr>
          <a:xfrm>
            <a:off x="4233863" y="454819"/>
            <a:ext cx="4041000" cy="5073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lt1"/>
              </a:buClr>
              <a:buSzPts val="2100"/>
              <a:buNone/>
              <a:defRPr>
                <a:solidFill>
                  <a:schemeClr val="lt1"/>
                </a:solidFil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48" name="Google Shape;48;p6"/>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 2 sections" type="twoObj">
  <p:cSld name="TWO_OBJECTS">
    <p:bg>
      <p:bgPr>
        <a:blipFill>
          <a:blip r:embed="rId2">
            <a:alphaModFix/>
          </a:blip>
          <a:stretch>
            <a:fillRect/>
          </a:stretch>
        </a:blipFill>
      </p:bgPr>
    </p:bg>
    <p:spTree>
      <p:nvGrpSpPr>
        <p:cNvPr id="49" name="Shape 49"/>
        <p:cNvGrpSpPr/>
        <p:nvPr/>
      </p:nvGrpSpPr>
      <p:grpSpPr>
        <a:xfrm>
          <a:off x="0" y="0"/>
          <a:ext cx="0" cy="0"/>
          <a:chOff x="0" y="0"/>
          <a:chExt cx="0" cy="0"/>
        </a:xfrm>
      </p:grpSpPr>
      <p:sp>
        <p:nvSpPr>
          <p:cNvPr id="50" name="Google Shape;50;p7"/>
          <p:cNvSpPr txBox="1"/>
          <p:nvPr>
            <p:ph type="title"/>
          </p:nvPr>
        </p:nvSpPr>
        <p:spPr>
          <a:xfrm>
            <a:off x="628650" y="240506"/>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9F1B30"/>
              </a:buClr>
              <a:buSzPts val="3300"/>
              <a:buFont typeface="Calibri"/>
              <a:buNone/>
              <a:defRPr b="1">
                <a:solidFill>
                  <a:srgbClr val="9F1B30"/>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1" name="Google Shape;51;p7"/>
          <p:cNvSpPr txBox="1"/>
          <p:nvPr>
            <p:ph idx="1" type="body"/>
          </p:nvPr>
        </p:nvSpPr>
        <p:spPr>
          <a:xfrm>
            <a:off x="6286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2" name="Google Shape;52;p7"/>
          <p:cNvSpPr txBox="1"/>
          <p:nvPr>
            <p:ph idx="2" type="body"/>
          </p:nvPr>
        </p:nvSpPr>
        <p:spPr>
          <a:xfrm>
            <a:off x="4629150" y="1369219"/>
            <a:ext cx="3886200" cy="32634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3" name="Google Shape;53;p7"/>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4" name="Google Shape;54;p7"/>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hart and text">
  <p:cSld name="Chart and text">
    <p:bg>
      <p:bgPr>
        <a:blipFill>
          <a:blip r:embed="rId2">
            <a:alphaModFix/>
          </a:blip>
          <a:stretch>
            <a:fillRect/>
          </a:stretch>
        </a:blipFill>
      </p:bgPr>
    </p:bg>
    <p:spTree>
      <p:nvGrpSpPr>
        <p:cNvPr id="55" name="Shape 55"/>
        <p:cNvGrpSpPr/>
        <p:nvPr/>
      </p:nvGrpSpPr>
      <p:grpSpPr>
        <a:xfrm>
          <a:off x="0" y="0"/>
          <a:ext cx="0" cy="0"/>
          <a:chOff x="0" y="0"/>
          <a:chExt cx="0" cy="0"/>
        </a:xfrm>
      </p:grpSpPr>
      <p:sp>
        <p:nvSpPr>
          <p:cNvPr id="56" name="Google Shape;56;p8"/>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7" name="Google Shape;57;p8"/>
          <p:cNvSpPr/>
          <p:nvPr>
            <p:ph idx="2" type="chart"/>
          </p:nvPr>
        </p:nvSpPr>
        <p:spPr>
          <a:xfrm>
            <a:off x="514350" y="1796653"/>
            <a:ext cx="4391100" cy="2496600"/>
          </a:xfrm>
          <a:prstGeom prst="rect">
            <a:avLst/>
          </a:prstGeom>
          <a:noFill/>
          <a:ln>
            <a:noFill/>
          </a:ln>
        </p:spPr>
        <p:txBody>
          <a:bodyPr anchorCtr="0" anchor="t" bIns="34275" lIns="68575" spcFirstLastPara="1" rIns="68575" wrap="square" tIns="34275">
            <a:noAutofit/>
          </a:bodyPr>
          <a:lstStyle>
            <a:lvl1pPr lvl="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lvl="1"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lvl="4"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lvl="5"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lvl="6"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lvl="7"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lvl="8"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58" name="Google Shape;58;p8"/>
          <p:cNvSpPr txBox="1"/>
          <p:nvPr>
            <p:ph idx="1" type="body"/>
          </p:nvPr>
        </p:nvSpPr>
        <p:spPr>
          <a:xfrm>
            <a:off x="514350" y="544116"/>
            <a:ext cx="7431900" cy="10584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rgbClr val="9F1B30"/>
              </a:buClr>
              <a:buSzPts val="2100"/>
              <a:buNone/>
              <a:defRPr b="1">
                <a:solidFill>
                  <a:srgbClr val="9F1B30"/>
                </a:solidFill>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59" name="Google Shape;59;p8"/>
          <p:cNvSpPr txBox="1"/>
          <p:nvPr>
            <p:ph idx="3" type="body"/>
          </p:nvPr>
        </p:nvSpPr>
        <p:spPr>
          <a:xfrm>
            <a:off x="5024438" y="1796653"/>
            <a:ext cx="3764700" cy="24966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60" name="Google Shape;60;p8"/>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solidFill>
                  <a:srgbClr val="9F1B30"/>
                </a:solidFill>
              </a:defRPr>
            </a:lvl1pPr>
            <a:lvl2pPr lvl="1">
              <a:buNone/>
              <a:defRPr>
                <a:solidFill>
                  <a:srgbClr val="9F1B30"/>
                </a:solidFill>
              </a:defRPr>
            </a:lvl2pPr>
            <a:lvl3pPr lvl="2">
              <a:buNone/>
              <a:defRPr>
                <a:solidFill>
                  <a:srgbClr val="9F1B30"/>
                </a:solidFill>
              </a:defRPr>
            </a:lvl3pPr>
            <a:lvl4pPr lvl="3">
              <a:buNone/>
              <a:defRPr>
                <a:solidFill>
                  <a:srgbClr val="9F1B30"/>
                </a:solidFill>
              </a:defRPr>
            </a:lvl4pPr>
            <a:lvl5pPr lvl="4">
              <a:buNone/>
              <a:defRPr>
                <a:solidFill>
                  <a:srgbClr val="9F1B30"/>
                </a:solidFill>
              </a:defRPr>
            </a:lvl5pPr>
            <a:lvl6pPr lvl="5">
              <a:buNone/>
              <a:defRPr>
                <a:solidFill>
                  <a:srgbClr val="9F1B30"/>
                </a:solidFill>
              </a:defRPr>
            </a:lvl6pPr>
            <a:lvl7pPr lvl="6">
              <a:buNone/>
              <a:defRPr>
                <a:solidFill>
                  <a:srgbClr val="9F1B30"/>
                </a:solidFill>
              </a:defRPr>
            </a:lvl7pPr>
            <a:lvl8pPr lvl="7">
              <a:buNone/>
              <a:defRPr>
                <a:solidFill>
                  <a:srgbClr val="9F1B30"/>
                </a:solidFill>
              </a:defRPr>
            </a:lvl8pPr>
            <a:lvl9pPr lvl="8">
              <a:buNone/>
              <a:defRPr>
                <a:solidFill>
                  <a:srgbClr val="9F1B30"/>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content, &amp; description" type="objTx">
  <p:cSld name="OBJECT_WITH_CAPTION_TEXT">
    <p:bg>
      <p:bgPr>
        <a:blipFill>
          <a:blip r:embed="rId2">
            <a:alphaModFix/>
          </a:blip>
          <a:stretch>
            <a:fillRect/>
          </a:stretch>
        </a:blipFill>
      </p:bgPr>
    </p:bg>
    <p:spTree>
      <p:nvGrpSpPr>
        <p:cNvPr id="61" name="Shape 61"/>
        <p:cNvGrpSpPr/>
        <p:nvPr/>
      </p:nvGrpSpPr>
      <p:grpSpPr>
        <a:xfrm>
          <a:off x="0" y="0"/>
          <a:ext cx="0" cy="0"/>
          <a:chOff x="0" y="0"/>
          <a:chExt cx="0" cy="0"/>
        </a:xfrm>
      </p:grpSpPr>
      <p:sp>
        <p:nvSpPr>
          <p:cNvPr id="62" name="Google Shape;62;p9"/>
          <p:cNvSpPr txBox="1"/>
          <p:nvPr>
            <p:ph type="title"/>
          </p:nvPr>
        </p:nvSpPr>
        <p:spPr>
          <a:xfrm>
            <a:off x="629841" y="342900"/>
            <a:ext cx="29493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rgbClr val="9F1B30"/>
              </a:buClr>
              <a:buSzPts val="2400"/>
              <a:buFont typeface="Calibri"/>
              <a:buNone/>
              <a:defRPr b="1" sz="2400">
                <a:solidFill>
                  <a:srgbClr val="9F1B30"/>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Google Shape;63;p9"/>
          <p:cNvSpPr txBox="1"/>
          <p:nvPr>
            <p:ph idx="1" type="body"/>
          </p:nvPr>
        </p:nvSpPr>
        <p:spPr>
          <a:xfrm>
            <a:off x="4572000" y="740569"/>
            <a:ext cx="3944400" cy="3655200"/>
          </a:xfrm>
          <a:prstGeom prst="rect">
            <a:avLst/>
          </a:prstGeom>
          <a:noFill/>
          <a:ln>
            <a:noFill/>
          </a:ln>
        </p:spPr>
        <p:txBody>
          <a:bodyPr anchorCtr="0" anchor="t" bIns="34275" lIns="68575" spcFirstLastPara="1" rIns="68575" wrap="square" tIns="34275">
            <a:normAutofit/>
          </a:bodyPr>
          <a:lstStyle>
            <a:lvl1pPr indent="-381000" lvl="0" marL="457200" algn="l">
              <a:lnSpc>
                <a:spcPct val="90000"/>
              </a:lnSpc>
              <a:spcBef>
                <a:spcPts val="800"/>
              </a:spcBef>
              <a:spcAft>
                <a:spcPts val="0"/>
              </a:spcAft>
              <a:buClr>
                <a:schemeClr val="dk1"/>
              </a:buClr>
              <a:buSzPts val="2400"/>
              <a:buChar char="•"/>
              <a:defRPr sz="2400"/>
            </a:lvl1pPr>
            <a:lvl2pPr indent="-361950" lvl="1" marL="914400" algn="l">
              <a:lnSpc>
                <a:spcPct val="90000"/>
              </a:lnSpc>
              <a:spcBef>
                <a:spcPts val="400"/>
              </a:spcBef>
              <a:spcAft>
                <a:spcPts val="0"/>
              </a:spcAft>
              <a:buClr>
                <a:schemeClr val="dk1"/>
              </a:buClr>
              <a:buSzPts val="2100"/>
              <a:buChar char="•"/>
              <a:defRPr sz="2100"/>
            </a:lvl2pPr>
            <a:lvl3pPr indent="-342900" lvl="2" marL="1371600" algn="l">
              <a:lnSpc>
                <a:spcPct val="90000"/>
              </a:lnSpc>
              <a:spcBef>
                <a:spcPts val="400"/>
              </a:spcBef>
              <a:spcAft>
                <a:spcPts val="0"/>
              </a:spcAft>
              <a:buClr>
                <a:schemeClr val="dk1"/>
              </a:buClr>
              <a:buSzPts val="1800"/>
              <a:buChar char="•"/>
              <a:defRPr sz="1800"/>
            </a:lvl3pPr>
            <a:lvl4pPr indent="-323850" lvl="3" marL="1828800" algn="l">
              <a:lnSpc>
                <a:spcPct val="90000"/>
              </a:lnSpc>
              <a:spcBef>
                <a:spcPts val="400"/>
              </a:spcBef>
              <a:spcAft>
                <a:spcPts val="0"/>
              </a:spcAft>
              <a:buClr>
                <a:schemeClr val="dk1"/>
              </a:buClr>
              <a:buSzPts val="1500"/>
              <a:buChar char="•"/>
              <a:defRPr sz="1500"/>
            </a:lvl4pPr>
            <a:lvl5pPr indent="-323850" lvl="4" marL="2286000" algn="l">
              <a:lnSpc>
                <a:spcPct val="90000"/>
              </a:lnSpc>
              <a:spcBef>
                <a:spcPts val="400"/>
              </a:spcBef>
              <a:spcAft>
                <a:spcPts val="0"/>
              </a:spcAft>
              <a:buClr>
                <a:schemeClr val="dk1"/>
              </a:buClr>
              <a:buSzPts val="1500"/>
              <a:buChar char="•"/>
              <a:defRPr sz="1500"/>
            </a:lvl5pPr>
            <a:lvl6pPr indent="-323850" lvl="5" marL="2743200" algn="l">
              <a:lnSpc>
                <a:spcPct val="90000"/>
              </a:lnSpc>
              <a:spcBef>
                <a:spcPts val="400"/>
              </a:spcBef>
              <a:spcAft>
                <a:spcPts val="0"/>
              </a:spcAft>
              <a:buClr>
                <a:schemeClr val="dk1"/>
              </a:buClr>
              <a:buSzPts val="1500"/>
              <a:buChar char="•"/>
              <a:defRPr sz="1500"/>
            </a:lvl6pPr>
            <a:lvl7pPr indent="-323850" lvl="6" marL="3200400" algn="l">
              <a:lnSpc>
                <a:spcPct val="90000"/>
              </a:lnSpc>
              <a:spcBef>
                <a:spcPts val="400"/>
              </a:spcBef>
              <a:spcAft>
                <a:spcPts val="0"/>
              </a:spcAft>
              <a:buClr>
                <a:schemeClr val="dk1"/>
              </a:buClr>
              <a:buSzPts val="1500"/>
              <a:buChar char="•"/>
              <a:defRPr sz="1500"/>
            </a:lvl7pPr>
            <a:lvl8pPr indent="-323850" lvl="7" marL="3657600" algn="l">
              <a:lnSpc>
                <a:spcPct val="90000"/>
              </a:lnSpc>
              <a:spcBef>
                <a:spcPts val="400"/>
              </a:spcBef>
              <a:spcAft>
                <a:spcPts val="0"/>
              </a:spcAft>
              <a:buClr>
                <a:schemeClr val="dk1"/>
              </a:buClr>
              <a:buSzPts val="1500"/>
              <a:buChar char="•"/>
              <a:defRPr sz="1500"/>
            </a:lvl8pPr>
            <a:lvl9pPr indent="-323850" lvl="8" marL="4114800" algn="l">
              <a:lnSpc>
                <a:spcPct val="90000"/>
              </a:lnSpc>
              <a:spcBef>
                <a:spcPts val="400"/>
              </a:spcBef>
              <a:spcAft>
                <a:spcPts val="0"/>
              </a:spcAft>
              <a:buClr>
                <a:schemeClr val="dk1"/>
              </a:buClr>
              <a:buSzPts val="1500"/>
              <a:buChar char="•"/>
              <a:defRPr sz="1500"/>
            </a:lvl9pPr>
          </a:lstStyle>
          <a:p/>
        </p:txBody>
      </p:sp>
      <p:sp>
        <p:nvSpPr>
          <p:cNvPr id="64" name="Google Shape;64;p9"/>
          <p:cNvSpPr txBox="1"/>
          <p:nvPr>
            <p:ph idx="2" type="body"/>
          </p:nvPr>
        </p:nvSpPr>
        <p:spPr>
          <a:xfrm>
            <a:off x="629841" y="1816443"/>
            <a:ext cx="2949300" cy="25854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65" name="Google Shape;65;p9"/>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Google Shape;66;p9"/>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bg>
      <p:bgPr>
        <a:blipFill>
          <a:blip r:embed="rId2">
            <a:alphaModFix/>
          </a:blip>
          <a:stretch>
            <a:fillRect/>
          </a:stretch>
        </a:blipFill>
      </p:bgPr>
    </p:bg>
    <p:spTree>
      <p:nvGrpSpPr>
        <p:cNvPr id="67" name="Shape 67"/>
        <p:cNvGrpSpPr/>
        <p:nvPr/>
      </p:nvGrpSpPr>
      <p:grpSpPr>
        <a:xfrm>
          <a:off x="0" y="0"/>
          <a:ext cx="0" cy="0"/>
          <a:chOff x="0" y="0"/>
          <a:chExt cx="0" cy="0"/>
        </a:xfrm>
      </p:grpSpPr>
      <p:sp>
        <p:nvSpPr>
          <p:cNvPr id="68" name="Google Shape;68;p10"/>
          <p:cNvSpPr txBox="1"/>
          <p:nvPr>
            <p:ph type="title"/>
          </p:nvPr>
        </p:nvSpPr>
        <p:spPr>
          <a:xfrm>
            <a:off x="629841" y="342900"/>
            <a:ext cx="2949300" cy="1200300"/>
          </a:xfrm>
          <a:prstGeom prst="rect">
            <a:avLst/>
          </a:prstGeom>
          <a:noFill/>
          <a:ln>
            <a:noFill/>
          </a:ln>
        </p:spPr>
        <p:txBody>
          <a:bodyPr anchorCtr="0" anchor="b" bIns="34275" lIns="68575" spcFirstLastPara="1" rIns="68575" wrap="square" tIns="34275">
            <a:normAutofit/>
          </a:bodyPr>
          <a:lstStyle>
            <a:lvl1pPr lvl="0" algn="l">
              <a:lnSpc>
                <a:spcPct val="90000"/>
              </a:lnSpc>
              <a:spcBef>
                <a:spcPts val="0"/>
              </a:spcBef>
              <a:spcAft>
                <a:spcPts val="0"/>
              </a:spcAft>
              <a:buClr>
                <a:schemeClr val="lt1"/>
              </a:buClr>
              <a:buSzPts val="2400"/>
              <a:buFont typeface="Calibri"/>
              <a:buNone/>
              <a:defRPr b="1" sz="2400">
                <a:solidFill>
                  <a:schemeClr val="lt1"/>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9" name="Google Shape;69;p10"/>
          <p:cNvSpPr/>
          <p:nvPr>
            <p:ph idx="2" type="pic"/>
          </p:nvPr>
        </p:nvSpPr>
        <p:spPr>
          <a:xfrm>
            <a:off x="4143375" y="348854"/>
            <a:ext cx="4629300" cy="4053000"/>
          </a:xfrm>
          <a:prstGeom prst="rect">
            <a:avLst/>
          </a:prstGeom>
          <a:noFill/>
          <a:ln>
            <a:noFill/>
          </a:ln>
        </p:spPr>
      </p:sp>
      <p:sp>
        <p:nvSpPr>
          <p:cNvPr id="70" name="Google Shape;70;p10"/>
          <p:cNvSpPr txBox="1"/>
          <p:nvPr>
            <p:ph idx="1" type="body"/>
          </p:nvPr>
        </p:nvSpPr>
        <p:spPr>
          <a:xfrm>
            <a:off x="629841" y="2214948"/>
            <a:ext cx="2949300" cy="218670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800"/>
              </a:spcBef>
              <a:spcAft>
                <a:spcPts val="0"/>
              </a:spcAft>
              <a:buClr>
                <a:schemeClr val="dk1"/>
              </a:buClr>
              <a:buSzPts val="1200"/>
              <a:buNone/>
              <a:defRPr sz="1200"/>
            </a:lvl1pPr>
            <a:lvl2pPr indent="-228600" lvl="1" marL="914400" algn="l">
              <a:lnSpc>
                <a:spcPct val="90000"/>
              </a:lnSpc>
              <a:spcBef>
                <a:spcPts val="400"/>
              </a:spcBef>
              <a:spcAft>
                <a:spcPts val="0"/>
              </a:spcAft>
              <a:buClr>
                <a:schemeClr val="dk1"/>
              </a:buClr>
              <a:buSzPts val="1100"/>
              <a:buNone/>
              <a:defRPr sz="1100"/>
            </a:lvl2pPr>
            <a:lvl3pPr indent="-228600" lvl="2" marL="1371600" algn="l">
              <a:lnSpc>
                <a:spcPct val="90000"/>
              </a:lnSpc>
              <a:spcBef>
                <a:spcPts val="400"/>
              </a:spcBef>
              <a:spcAft>
                <a:spcPts val="0"/>
              </a:spcAft>
              <a:buClr>
                <a:schemeClr val="dk1"/>
              </a:buClr>
              <a:buSzPts val="900"/>
              <a:buNone/>
              <a:defRPr sz="900"/>
            </a:lvl3pPr>
            <a:lvl4pPr indent="-228600" lvl="3" marL="1828800" algn="l">
              <a:lnSpc>
                <a:spcPct val="90000"/>
              </a:lnSpc>
              <a:spcBef>
                <a:spcPts val="400"/>
              </a:spcBef>
              <a:spcAft>
                <a:spcPts val="0"/>
              </a:spcAft>
              <a:buClr>
                <a:schemeClr val="dk1"/>
              </a:buClr>
              <a:buSzPts val="800"/>
              <a:buNone/>
              <a:defRPr sz="800"/>
            </a:lvl4pPr>
            <a:lvl5pPr indent="-228600" lvl="4" marL="2286000" algn="l">
              <a:lnSpc>
                <a:spcPct val="90000"/>
              </a:lnSpc>
              <a:spcBef>
                <a:spcPts val="400"/>
              </a:spcBef>
              <a:spcAft>
                <a:spcPts val="0"/>
              </a:spcAft>
              <a:buClr>
                <a:schemeClr val="dk1"/>
              </a:buClr>
              <a:buSzPts val="800"/>
              <a:buNone/>
              <a:defRPr sz="800"/>
            </a:lvl5pPr>
            <a:lvl6pPr indent="-228600" lvl="5" marL="2743200" algn="l">
              <a:lnSpc>
                <a:spcPct val="90000"/>
              </a:lnSpc>
              <a:spcBef>
                <a:spcPts val="400"/>
              </a:spcBef>
              <a:spcAft>
                <a:spcPts val="0"/>
              </a:spcAft>
              <a:buClr>
                <a:schemeClr val="dk1"/>
              </a:buClr>
              <a:buSzPts val="800"/>
              <a:buNone/>
              <a:defRPr sz="800"/>
            </a:lvl6pPr>
            <a:lvl7pPr indent="-228600" lvl="6" marL="3200400" algn="l">
              <a:lnSpc>
                <a:spcPct val="90000"/>
              </a:lnSpc>
              <a:spcBef>
                <a:spcPts val="400"/>
              </a:spcBef>
              <a:spcAft>
                <a:spcPts val="0"/>
              </a:spcAft>
              <a:buClr>
                <a:schemeClr val="dk1"/>
              </a:buClr>
              <a:buSzPts val="800"/>
              <a:buNone/>
              <a:defRPr sz="800"/>
            </a:lvl7pPr>
            <a:lvl8pPr indent="-228600" lvl="7" marL="3657600" algn="l">
              <a:lnSpc>
                <a:spcPct val="90000"/>
              </a:lnSpc>
              <a:spcBef>
                <a:spcPts val="400"/>
              </a:spcBef>
              <a:spcAft>
                <a:spcPts val="0"/>
              </a:spcAft>
              <a:buClr>
                <a:schemeClr val="dk1"/>
              </a:buClr>
              <a:buSzPts val="800"/>
              <a:buNone/>
              <a:defRPr sz="800"/>
            </a:lvl8pPr>
            <a:lvl9pPr indent="-228600" lvl="8" marL="4114800" algn="l">
              <a:lnSpc>
                <a:spcPct val="90000"/>
              </a:lnSpc>
              <a:spcBef>
                <a:spcPts val="400"/>
              </a:spcBef>
              <a:spcAft>
                <a:spcPts val="0"/>
              </a:spcAft>
              <a:buClr>
                <a:schemeClr val="dk1"/>
              </a:buClr>
              <a:buSzPts val="800"/>
              <a:buNone/>
              <a:defRPr sz="800"/>
            </a:lvl9pPr>
          </a:lstStyle>
          <a:p/>
        </p:txBody>
      </p:sp>
      <p:sp>
        <p:nvSpPr>
          <p:cNvPr id="71" name="Google Shape;71;p10"/>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Google Shape;72;p10"/>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asic - title and text" type="vertTx">
  <p:cSld name="VERTICAL_TEXT">
    <p:bg>
      <p:bgPr>
        <a:blipFill>
          <a:blip r:embed="rId2">
            <a:alphaModFix/>
          </a:blip>
          <a:stretch>
            <a:fillRect/>
          </a:stretch>
        </a:blipFill>
      </p:bgPr>
    </p:bg>
    <p:spTree>
      <p:nvGrpSpPr>
        <p:cNvPr id="73" name="Shape 73"/>
        <p:cNvGrpSpPr/>
        <p:nvPr/>
      </p:nvGrpSpPr>
      <p:grpSpPr>
        <a:xfrm>
          <a:off x="0" y="0"/>
          <a:ext cx="0" cy="0"/>
          <a:chOff x="0" y="0"/>
          <a:chExt cx="0" cy="0"/>
        </a:xfrm>
      </p:grpSpPr>
      <p:sp>
        <p:nvSpPr>
          <p:cNvPr id="74" name="Google Shape;74;p11"/>
          <p:cNvSpPr txBox="1"/>
          <p:nvPr>
            <p:ph type="title"/>
          </p:nvPr>
        </p:nvSpPr>
        <p:spPr>
          <a:xfrm>
            <a:off x="628650" y="510778"/>
            <a:ext cx="78867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9F1B30"/>
              </a:buClr>
              <a:buSzPts val="3300"/>
              <a:buFont typeface="Calibri"/>
              <a:buNone/>
              <a:defRPr b="1">
                <a:solidFill>
                  <a:srgbClr val="9F1B30"/>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5" name="Google Shape;75;p11"/>
          <p:cNvSpPr txBox="1"/>
          <p:nvPr>
            <p:ph idx="1" type="body"/>
          </p:nvPr>
        </p:nvSpPr>
        <p:spPr>
          <a:xfrm>
            <a:off x="628650" y="1616585"/>
            <a:ext cx="7886700" cy="28485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76" name="Google Shape;76;p1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7" name="Google Shape;77;p11"/>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text, and media">
  <p:cSld name="title, text, and media">
    <p:bg>
      <p:bgPr>
        <a:blipFill>
          <a:blip r:embed="rId2">
            <a:alphaModFix/>
          </a:blip>
          <a:stretch>
            <a:fillRect/>
          </a:stretch>
        </a:blipFill>
      </p:bgPr>
    </p:bg>
    <p:spTree>
      <p:nvGrpSpPr>
        <p:cNvPr id="78" name="Shape 78"/>
        <p:cNvGrpSpPr/>
        <p:nvPr/>
      </p:nvGrpSpPr>
      <p:grpSpPr>
        <a:xfrm>
          <a:off x="0" y="0"/>
          <a:ext cx="0" cy="0"/>
          <a:chOff x="0" y="0"/>
          <a:chExt cx="0" cy="0"/>
        </a:xfrm>
      </p:grpSpPr>
      <p:sp>
        <p:nvSpPr>
          <p:cNvPr id="79" name="Google Shape;79;p12"/>
          <p:cNvSpPr txBox="1"/>
          <p:nvPr>
            <p:ph type="title"/>
          </p:nvPr>
        </p:nvSpPr>
        <p:spPr>
          <a:xfrm>
            <a:off x="628650" y="250224"/>
            <a:ext cx="5829300" cy="13530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9F1B30"/>
              </a:buClr>
              <a:buSzPts val="3300"/>
              <a:buFont typeface="Calibri"/>
              <a:buNone/>
              <a:defRPr b="1">
                <a:solidFill>
                  <a:srgbClr val="9F1B30"/>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0" name="Google Shape;80;p12"/>
          <p:cNvSpPr txBox="1"/>
          <p:nvPr>
            <p:ph idx="1" type="body"/>
          </p:nvPr>
        </p:nvSpPr>
        <p:spPr>
          <a:xfrm>
            <a:off x="628649" y="1837375"/>
            <a:ext cx="4760700" cy="2695800"/>
          </a:xfrm>
          <a:prstGeom prst="rect">
            <a:avLst/>
          </a:prstGeom>
          <a:noFill/>
          <a:ln>
            <a:noFill/>
          </a:ln>
        </p:spPr>
        <p:txBody>
          <a:bodyPr anchorCtr="0" anchor="t" bIns="34275" lIns="68575" spcFirstLastPara="1" rIns="68575" wrap="square" tIns="34275">
            <a:normAutofit/>
          </a:bodyPr>
          <a:lstStyle>
            <a:lvl1pPr indent="-317500" lvl="0" marL="457200" algn="l">
              <a:lnSpc>
                <a:spcPct val="90000"/>
              </a:lnSpc>
              <a:spcBef>
                <a:spcPts val="800"/>
              </a:spcBef>
              <a:spcAft>
                <a:spcPts val="0"/>
              </a:spcAft>
              <a:buClr>
                <a:schemeClr val="dk1"/>
              </a:buClr>
              <a:buSzPts val="1400"/>
              <a:buChar char="•"/>
              <a:defRPr/>
            </a:lvl1pPr>
            <a:lvl2pPr indent="-317500" lvl="1" marL="914400" algn="l">
              <a:lnSpc>
                <a:spcPct val="90000"/>
              </a:lnSpc>
              <a:spcBef>
                <a:spcPts val="400"/>
              </a:spcBef>
              <a:spcAft>
                <a:spcPts val="0"/>
              </a:spcAft>
              <a:buClr>
                <a:schemeClr val="dk1"/>
              </a:buClr>
              <a:buSzPts val="1400"/>
              <a:buChar char="•"/>
              <a:defRPr/>
            </a:lvl2pPr>
            <a:lvl3pPr indent="-317500" lvl="2" marL="1371600" algn="l">
              <a:lnSpc>
                <a:spcPct val="90000"/>
              </a:lnSpc>
              <a:spcBef>
                <a:spcPts val="400"/>
              </a:spcBef>
              <a:spcAft>
                <a:spcPts val="0"/>
              </a:spcAft>
              <a:buClr>
                <a:schemeClr val="dk1"/>
              </a:buClr>
              <a:buSzPts val="1400"/>
              <a:buChar char="•"/>
              <a:defRPr/>
            </a:lvl3pPr>
            <a:lvl4pPr indent="-317500" lvl="3" marL="1828800" algn="l">
              <a:lnSpc>
                <a:spcPct val="90000"/>
              </a:lnSpc>
              <a:spcBef>
                <a:spcPts val="400"/>
              </a:spcBef>
              <a:spcAft>
                <a:spcPts val="0"/>
              </a:spcAft>
              <a:buClr>
                <a:schemeClr val="dk1"/>
              </a:buClr>
              <a:buSzPts val="1400"/>
              <a:buChar char="•"/>
              <a:defRPr/>
            </a:lvl4pPr>
            <a:lvl5pPr indent="-317500" lvl="4" marL="2286000" algn="l">
              <a:lnSpc>
                <a:spcPct val="90000"/>
              </a:lnSpc>
              <a:spcBef>
                <a:spcPts val="400"/>
              </a:spcBef>
              <a:spcAft>
                <a:spcPts val="0"/>
              </a:spcAft>
              <a:buClr>
                <a:schemeClr val="dk1"/>
              </a:buClr>
              <a:buSzPts val="1400"/>
              <a:buChar char="•"/>
              <a:defRPr/>
            </a:lvl5pPr>
            <a:lvl6pPr indent="-317500" lvl="5" marL="2743200" algn="l">
              <a:lnSpc>
                <a:spcPct val="90000"/>
              </a:lnSpc>
              <a:spcBef>
                <a:spcPts val="400"/>
              </a:spcBef>
              <a:spcAft>
                <a:spcPts val="0"/>
              </a:spcAft>
              <a:buClr>
                <a:schemeClr val="dk1"/>
              </a:buClr>
              <a:buSzPts val="1400"/>
              <a:buChar char="•"/>
              <a:defRPr/>
            </a:lvl6pPr>
            <a:lvl7pPr indent="-317500" lvl="6" marL="3200400" algn="l">
              <a:lnSpc>
                <a:spcPct val="90000"/>
              </a:lnSpc>
              <a:spcBef>
                <a:spcPts val="400"/>
              </a:spcBef>
              <a:spcAft>
                <a:spcPts val="0"/>
              </a:spcAft>
              <a:buClr>
                <a:schemeClr val="dk1"/>
              </a:buClr>
              <a:buSzPts val="1400"/>
              <a:buChar char="•"/>
              <a:defRPr/>
            </a:lvl7pPr>
            <a:lvl8pPr indent="-317500" lvl="7" marL="3657600" algn="l">
              <a:lnSpc>
                <a:spcPct val="90000"/>
              </a:lnSpc>
              <a:spcBef>
                <a:spcPts val="400"/>
              </a:spcBef>
              <a:spcAft>
                <a:spcPts val="0"/>
              </a:spcAft>
              <a:buClr>
                <a:schemeClr val="dk1"/>
              </a:buClr>
              <a:buSzPts val="1400"/>
              <a:buChar char="•"/>
              <a:defRPr/>
            </a:lvl8pPr>
            <a:lvl9pPr indent="-317500" lvl="8" marL="4114800" algn="l">
              <a:lnSpc>
                <a:spcPct val="90000"/>
              </a:lnSpc>
              <a:spcBef>
                <a:spcPts val="400"/>
              </a:spcBef>
              <a:spcAft>
                <a:spcPts val="0"/>
              </a:spcAft>
              <a:buClr>
                <a:schemeClr val="dk1"/>
              </a:buClr>
              <a:buSzPts val="1400"/>
              <a:buChar char="•"/>
              <a:defRPr/>
            </a:lvl9pPr>
          </a:lstStyle>
          <a:p/>
        </p:txBody>
      </p:sp>
      <p:sp>
        <p:nvSpPr>
          <p:cNvPr id="81" name="Google Shape;81;p12"/>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2" name="Google Shape;82;p12"/>
          <p:cNvSpPr/>
          <p:nvPr>
            <p:ph idx="2" type="media"/>
          </p:nvPr>
        </p:nvSpPr>
        <p:spPr>
          <a:xfrm>
            <a:off x="5479256" y="1826419"/>
            <a:ext cx="3383700" cy="2720700"/>
          </a:xfrm>
          <a:prstGeom prst="rect">
            <a:avLst/>
          </a:prstGeom>
          <a:noFill/>
          <a:ln>
            <a:noFill/>
          </a:ln>
        </p:spPr>
        <p:txBody>
          <a:bodyPr anchorCtr="0" anchor="t" bIns="34275" lIns="68575" spcFirstLastPara="1" rIns="68575" wrap="square" tIns="34275">
            <a:noAutofit/>
          </a:bodyPr>
          <a:lstStyle>
            <a:lvl1pPr lvl="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lvl="1"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lvl="2"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lvl="3"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lvl="4"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lvl="5"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lvl="6"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lvl="7"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lvl="8"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3" name="Google Shape;83;p12"/>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act Us">
  <p:cSld name="Contact Us">
    <p:spTree>
      <p:nvGrpSpPr>
        <p:cNvPr id="84" name="Shape 84"/>
        <p:cNvGrpSpPr/>
        <p:nvPr/>
      </p:nvGrpSpPr>
      <p:grpSpPr>
        <a:xfrm>
          <a:off x="0" y="0"/>
          <a:ext cx="0" cy="0"/>
          <a:chOff x="0" y="0"/>
          <a:chExt cx="0" cy="0"/>
        </a:xfrm>
      </p:grpSpPr>
      <p:sp>
        <p:nvSpPr>
          <p:cNvPr id="85" name="Google Shape;85;p13"/>
          <p:cNvSpPr txBox="1"/>
          <p:nvPr>
            <p:ph type="title"/>
          </p:nvPr>
        </p:nvSpPr>
        <p:spPr>
          <a:xfrm>
            <a:off x="524289" y="1330577"/>
            <a:ext cx="4842900" cy="994200"/>
          </a:xfrm>
          <a:prstGeom prst="rect">
            <a:avLst/>
          </a:prstGeom>
          <a:noFill/>
          <a:ln>
            <a:noFill/>
          </a:ln>
        </p:spPr>
        <p:txBody>
          <a:bodyPr anchorCtr="0" anchor="ctr" bIns="34275" lIns="68575" spcFirstLastPara="1" rIns="68575" wrap="square" tIns="34275">
            <a:normAutofit/>
          </a:bodyPr>
          <a:lstStyle>
            <a:lvl1pPr lvl="0" algn="l">
              <a:lnSpc>
                <a:spcPct val="90000"/>
              </a:lnSpc>
              <a:spcBef>
                <a:spcPts val="0"/>
              </a:spcBef>
              <a:spcAft>
                <a:spcPts val="0"/>
              </a:spcAft>
              <a:buClr>
                <a:srgbClr val="9F1B30"/>
              </a:buClr>
              <a:buSzPts val="3300"/>
              <a:buFont typeface="Calibri"/>
              <a:buNone/>
              <a:defRPr b="1">
                <a:solidFill>
                  <a:srgbClr val="9F1B30"/>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6" name="Google Shape;86;p13"/>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87" name="Google Shape;87;p13"/>
          <p:cNvSpPr/>
          <p:nvPr>
            <p:ph idx="2" type="pic"/>
          </p:nvPr>
        </p:nvSpPr>
        <p:spPr>
          <a:xfrm>
            <a:off x="7699772" y="320279"/>
            <a:ext cx="1059600" cy="1010700"/>
          </a:xfrm>
          <a:prstGeom prst="rect">
            <a:avLst/>
          </a:prstGeom>
          <a:noFill/>
          <a:ln>
            <a:noFill/>
          </a:ln>
        </p:spPr>
      </p:sp>
      <p:sp>
        <p:nvSpPr>
          <p:cNvPr id="88" name="Google Shape;88;p13"/>
          <p:cNvSpPr txBox="1"/>
          <p:nvPr>
            <p:ph idx="12" type="sldNum"/>
          </p:nvPr>
        </p:nvSpPr>
        <p:spPr>
          <a:xfrm>
            <a:off x="8556784"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89" name="Shape 89"/>
        <p:cNvGrpSpPr/>
        <p:nvPr/>
      </p:nvGrpSpPr>
      <p:grpSpPr>
        <a:xfrm>
          <a:off x="0" y="0"/>
          <a:ext cx="0" cy="0"/>
          <a:chOff x="0" y="0"/>
          <a:chExt cx="0" cy="0"/>
        </a:xfrm>
      </p:grpSpPr>
      <p:sp>
        <p:nvSpPr>
          <p:cNvPr id="90" name="Google Shape;90;p14"/>
          <p:cNvSpPr txBox="1"/>
          <p:nvPr>
            <p:ph type="ctrTitle"/>
          </p:nvPr>
        </p:nvSpPr>
        <p:spPr>
          <a:xfrm>
            <a:off x="311708" y="744575"/>
            <a:ext cx="8520600" cy="2052600"/>
          </a:xfrm>
          <a:prstGeom prst="rect">
            <a:avLst/>
          </a:prstGeom>
        </p:spPr>
        <p:txBody>
          <a:bodyPr anchorCtr="0" anchor="b" bIns="34275" lIns="68575" spcFirstLastPara="1" rIns="68575" wrap="square" tIns="3427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91" name="Google Shape;91;p14"/>
          <p:cNvSpPr txBox="1"/>
          <p:nvPr>
            <p:ph idx="1" type="subTitle"/>
          </p:nvPr>
        </p:nvSpPr>
        <p:spPr>
          <a:xfrm>
            <a:off x="311700" y="2834125"/>
            <a:ext cx="8520600" cy="792600"/>
          </a:xfrm>
          <a:prstGeom prst="rect">
            <a:avLst/>
          </a:prstGeom>
        </p:spPr>
        <p:txBody>
          <a:bodyPr anchorCtr="0" anchor="t" bIns="34275" lIns="68575" spcFirstLastPara="1" rIns="68575" wrap="square" tIns="34275">
            <a:normAutofit/>
          </a:bodyPr>
          <a:lstStyle>
            <a:lvl1pPr lvl="0" algn="ctr">
              <a:lnSpc>
                <a:spcPct val="100000"/>
              </a:lnSpc>
              <a:spcBef>
                <a:spcPts val="800"/>
              </a:spcBef>
              <a:spcAft>
                <a:spcPts val="0"/>
              </a:spcAft>
              <a:buSzPts val="2800"/>
              <a:buNone/>
              <a:defRPr sz="2800"/>
            </a:lvl1pPr>
            <a:lvl2pPr lvl="1" algn="ctr">
              <a:lnSpc>
                <a:spcPct val="100000"/>
              </a:lnSpc>
              <a:spcBef>
                <a:spcPts val="400"/>
              </a:spcBef>
              <a:spcAft>
                <a:spcPts val="0"/>
              </a:spcAft>
              <a:buSzPts val="2800"/>
              <a:buNone/>
              <a:defRPr sz="2800"/>
            </a:lvl2pPr>
            <a:lvl3pPr lvl="2" algn="ctr">
              <a:lnSpc>
                <a:spcPct val="100000"/>
              </a:lnSpc>
              <a:spcBef>
                <a:spcPts val="400"/>
              </a:spcBef>
              <a:spcAft>
                <a:spcPts val="0"/>
              </a:spcAft>
              <a:buSzPts val="2800"/>
              <a:buNone/>
              <a:defRPr sz="2800"/>
            </a:lvl3pPr>
            <a:lvl4pPr lvl="3" algn="ctr">
              <a:lnSpc>
                <a:spcPct val="100000"/>
              </a:lnSpc>
              <a:spcBef>
                <a:spcPts val="400"/>
              </a:spcBef>
              <a:spcAft>
                <a:spcPts val="0"/>
              </a:spcAft>
              <a:buSzPts val="2800"/>
              <a:buNone/>
              <a:defRPr sz="2800"/>
            </a:lvl4pPr>
            <a:lvl5pPr lvl="4" algn="ctr">
              <a:lnSpc>
                <a:spcPct val="100000"/>
              </a:lnSpc>
              <a:spcBef>
                <a:spcPts val="400"/>
              </a:spcBef>
              <a:spcAft>
                <a:spcPts val="0"/>
              </a:spcAft>
              <a:buSzPts val="2800"/>
              <a:buNone/>
              <a:defRPr sz="2800"/>
            </a:lvl5pPr>
            <a:lvl6pPr lvl="5" algn="ctr">
              <a:lnSpc>
                <a:spcPct val="100000"/>
              </a:lnSpc>
              <a:spcBef>
                <a:spcPts val="400"/>
              </a:spcBef>
              <a:spcAft>
                <a:spcPts val="0"/>
              </a:spcAft>
              <a:buSzPts val="2800"/>
              <a:buNone/>
              <a:defRPr sz="2800"/>
            </a:lvl6pPr>
            <a:lvl7pPr lvl="6" algn="ctr">
              <a:lnSpc>
                <a:spcPct val="100000"/>
              </a:lnSpc>
              <a:spcBef>
                <a:spcPts val="400"/>
              </a:spcBef>
              <a:spcAft>
                <a:spcPts val="0"/>
              </a:spcAft>
              <a:buSzPts val="2800"/>
              <a:buNone/>
              <a:defRPr sz="2800"/>
            </a:lvl7pPr>
            <a:lvl8pPr lvl="7" algn="ctr">
              <a:lnSpc>
                <a:spcPct val="100000"/>
              </a:lnSpc>
              <a:spcBef>
                <a:spcPts val="400"/>
              </a:spcBef>
              <a:spcAft>
                <a:spcPts val="0"/>
              </a:spcAft>
              <a:buSzPts val="2800"/>
              <a:buNone/>
              <a:defRPr sz="2800"/>
            </a:lvl8pPr>
            <a:lvl9pPr lvl="8" algn="ctr">
              <a:lnSpc>
                <a:spcPct val="100000"/>
              </a:lnSpc>
              <a:spcBef>
                <a:spcPts val="400"/>
              </a:spcBef>
              <a:spcAft>
                <a:spcPts val="0"/>
              </a:spcAft>
              <a:buSzPts val="2800"/>
              <a:buNone/>
              <a:defRPr sz="2800"/>
            </a:lvl9pPr>
          </a:lstStyle>
          <a:p/>
        </p:txBody>
      </p:sp>
      <p:sp>
        <p:nvSpPr>
          <p:cNvPr id="92" name="Google Shape;92;p14"/>
          <p:cNvSpPr txBox="1"/>
          <p:nvPr>
            <p:ph idx="12" type="sldNum"/>
          </p:nvPr>
        </p:nvSpPr>
        <p:spPr>
          <a:xfrm>
            <a:off x="8472458" y="4663217"/>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7.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5" Type="http://schemas.openxmlformats.org/officeDocument/2006/relationships/theme" Target="../theme/theme2.xml"/><Relationship Id="rId14" Type="http://schemas.openxmlformats.org/officeDocument/2006/relationships/slideLayout" Target="../slideLayouts/slideLayout1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1">
            <a:alphaModFix/>
          </a:blip>
          <a:stretch>
            <a:fillRect/>
          </a:stretch>
        </a:blipFill>
      </p:bgPr>
    </p:bg>
    <p:spTree>
      <p:nvGrpSpPr>
        <p:cNvPr id="5" name="Shape 5"/>
        <p:cNvGrpSpPr/>
        <p:nvPr/>
      </p:nvGrpSpPr>
      <p:grpSpPr>
        <a:xfrm>
          <a:off x="0" y="0"/>
          <a:ext cx="0" cy="0"/>
          <a:chOff x="0" y="0"/>
          <a:chExt cx="0" cy="0"/>
        </a:xfrm>
      </p:grpSpPr>
      <p:sp>
        <p:nvSpPr>
          <p:cNvPr id="6" name="Google Shape;6;p1"/>
          <p:cNvSpPr txBox="1"/>
          <p:nvPr>
            <p:ph type="title"/>
          </p:nvPr>
        </p:nvSpPr>
        <p:spPr>
          <a:xfrm>
            <a:off x="628650" y="1248579"/>
            <a:ext cx="7886700" cy="994200"/>
          </a:xfrm>
          <a:prstGeom prst="rect">
            <a:avLst/>
          </a:prstGeom>
          <a:noFill/>
          <a:ln>
            <a:noFill/>
          </a:ln>
        </p:spPr>
        <p:txBody>
          <a:bodyPr anchorCtr="0" anchor="ctr" bIns="34275" lIns="68575" spcFirstLastPara="1" rIns="68575" wrap="square" tIns="34275">
            <a:normAutofit/>
          </a:bodyPr>
          <a:lstStyle>
            <a:lvl1pPr lvl="0" marR="0" algn="l">
              <a:lnSpc>
                <a:spcPct val="90000"/>
              </a:lnSpc>
              <a:spcBef>
                <a:spcPts val="0"/>
              </a:spcBef>
              <a:spcAft>
                <a:spcPts val="0"/>
              </a:spcAft>
              <a:buClr>
                <a:schemeClr val="dk1"/>
              </a:buClr>
              <a:buSzPts val="3300"/>
              <a:buFont typeface="Calibri"/>
              <a:buNone/>
              <a:defRPr b="0" i="0" sz="3300" u="none" cap="none" strike="noStrike">
                <a:solidFill>
                  <a:schemeClr val="dk1"/>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Google Shape;7;p1"/>
          <p:cNvSpPr txBox="1"/>
          <p:nvPr>
            <p:ph idx="1" type="body"/>
          </p:nvPr>
        </p:nvSpPr>
        <p:spPr>
          <a:xfrm>
            <a:off x="628650" y="2242751"/>
            <a:ext cx="7886700" cy="2390100"/>
          </a:xfrm>
          <a:prstGeom prst="rect">
            <a:avLst/>
          </a:prstGeom>
          <a:noFill/>
          <a:ln>
            <a:noFill/>
          </a:ln>
        </p:spPr>
        <p:txBody>
          <a:bodyPr anchorCtr="0" anchor="t" bIns="34275" lIns="68575" spcFirstLastPara="1" rIns="68575" wrap="square" tIns="34275">
            <a:normAutofit/>
          </a:bodyPr>
          <a:lstStyle>
            <a:lvl1pPr indent="-361950" lvl="0" marL="457200" marR="0" algn="l">
              <a:lnSpc>
                <a:spcPct val="90000"/>
              </a:lnSpc>
              <a:spcBef>
                <a:spcPts val="800"/>
              </a:spcBef>
              <a:spcAft>
                <a:spcPts val="0"/>
              </a:spcAft>
              <a:buClr>
                <a:schemeClr val="dk1"/>
              </a:buClr>
              <a:buSzPts val="2100"/>
              <a:buFont typeface="Arial"/>
              <a:buChar char="•"/>
              <a:defRPr b="0" i="0" sz="2100" u="none" cap="none" strike="noStrike">
                <a:solidFill>
                  <a:schemeClr val="dk1"/>
                </a:solidFill>
                <a:latin typeface="Calibri"/>
                <a:ea typeface="Calibri"/>
                <a:cs typeface="Calibri"/>
                <a:sym typeface="Calibri"/>
              </a:defRPr>
            </a:lvl1pPr>
            <a:lvl2pPr indent="-342900" lvl="1" marL="914400" marR="0" algn="l">
              <a:lnSpc>
                <a:spcPct val="9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2pPr>
            <a:lvl3pPr indent="-323850" lvl="2" marL="1371600" marR="0" algn="l">
              <a:lnSpc>
                <a:spcPct val="90000"/>
              </a:lnSpc>
              <a:spcBef>
                <a:spcPts val="400"/>
              </a:spcBef>
              <a:spcAft>
                <a:spcPts val="0"/>
              </a:spcAft>
              <a:buClr>
                <a:schemeClr val="dk1"/>
              </a:buClr>
              <a:buSzPts val="1500"/>
              <a:buFont typeface="Arial"/>
              <a:buChar char="•"/>
              <a:defRPr b="0" i="0" sz="1500" u="none" cap="none" strike="noStrike">
                <a:solidFill>
                  <a:schemeClr val="dk1"/>
                </a:solidFill>
                <a:latin typeface="Calibri"/>
                <a:ea typeface="Calibri"/>
                <a:cs typeface="Calibri"/>
                <a:sym typeface="Calibri"/>
              </a:defRPr>
            </a:lvl3pPr>
            <a:lvl4pPr indent="-317500" lvl="3" marL="1828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4pPr>
            <a:lvl5pPr indent="-317500" lvl="4" marL="22860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5pPr>
            <a:lvl6pPr indent="-317500" lvl="5" marL="27432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6pPr>
            <a:lvl7pPr indent="-317500" lvl="6" marL="32004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7pPr>
            <a:lvl8pPr indent="-317500" lvl="7" marL="36576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8pPr>
            <a:lvl9pPr indent="-317500" lvl="8" marL="4114800" marR="0" algn="l">
              <a:lnSpc>
                <a:spcPct val="90000"/>
              </a:lnSpc>
              <a:spcBef>
                <a:spcPts val="400"/>
              </a:spcBef>
              <a:spcAft>
                <a:spcPts val="0"/>
              </a:spcAft>
              <a:buClr>
                <a:schemeClr val="dk1"/>
              </a:buClr>
              <a:buSzPts val="1400"/>
              <a:buFont typeface="Arial"/>
              <a:buChar char="•"/>
              <a:defRPr b="0" i="0" sz="14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628650" y="4767263"/>
            <a:ext cx="2057400" cy="273900"/>
          </a:xfrm>
          <a:prstGeom prst="rect">
            <a:avLst/>
          </a:prstGeom>
          <a:noFill/>
          <a:ln>
            <a:noFill/>
          </a:ln>
        </p:spPr>
        <p:txBody>
          <a:bodyPr anchorCtr="0" anchor="ctr" bIns="34275" lIns="68575" spcFirstLastPara="1" rIns="68575" wrap="square" tIns="34275">
            <a:noAutofit/>
          </a:bodyPr>
          <a:lstStyle>
            <a:lvl1pPr lvl="0" marR="0" algn="l">
              <a:spcBef>
                <a:spcPts val="0"/>
              </a:spcBef>
              <a:spcAft>
                <a:spcPts val="0"/>
              </a:spcAft>
              <a:buSzPts val="1100"/>
              <a:buNone/>
              <a:defRPr b="0" i="0" sz="900" u="none" cap="none" strike="noStrike">
                <a:solidFill>
                  <a:srgbClr val="888888"/>
                </a:solidFill>
                <a:latin typeface="Calibri"/>
                <a:ea typeface="Calibri"/>
                <a:cs typeface="Calibri"/>
                <a:sym typeface="Calibri"/>
              </a:defRPr>
            </a:lvl1pPr>
            <a:lvl2pPr lvl="1"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9" name="Google Shape;9;p1"/>
          <p:cNvSpPr txBox="1"/>
          <p:nvPr>
            <p:ph idx="12" type="sldNum"/>
          </p:nvPr>
        </p:nvSpPr>
        <p:spPr>
          <a:xfrm>
            <a:off x="8556784" y="4749851"/>
            <a:ext cx="548700" cy="393600"/>
          </a:xfrm>
          <a:prstGeom prst="rect">
            <a:avLst/>
          </a:prstGeom>
          <a:noFill/>
          <a:ln>
            <a:noFill/>
          </a:ln>
        </p:spPr>
        <p:txBody>
          <a:bodyPr anchorCtr="0" anchor="t" bIns="91425" lIns="91425" spcFirstLastPara="1" rIns="91425" wrap="square" tIns="91425">
            <a:noAutofit/>
          </a:bodyPr>
          <a:lstStyle>
            <a:lvl1pPr lvl="0" algn="r">
              <a:buNone/>
              <a:defRPr sz="1300">
                <a:solidFill>
                  <a:schemeClr val="dk1"/>
                </a:solidFill>
                <a:latin typeface="Calibri"/>
                <a:ea typeface="Calibri"/>
                <a:cs typeface="Calibri"/>
                <a:sym typeface="Calibri"/>
              </a:defRPr>
            </a:lvl1pPr>
            <a:lvl2pPr lvl="1" algn="r">
              <a:buNone/>
              <a:defRPr sz="1300">
                <a:solidFill>
                  <a:schemeClr val="dk1"/>
                </a:solidFill>
                <a:latin typeface="Calibri"/>
                <a:ea typeface="Calibri"/>
                <a:cs typeface="Calibri"/>
                <a:sym typeface="Calibri"/>
              </a:defRPr>
            </a:lvl2pPr>
            <a:lvl3pPr lvl="2" algn="r">
              <a:buNone/>
              <a:defRPr sz="1300">
                <a:solidFill>
                  <a:schemeClr val="dk1"/>
                </a:solidFill>
                <a:latin typeface="Calibri"/>
                <a:ea typeface="Calibri"/>
                <a:cs typeface="Calibri"/>
                <a:sym typeface="Calibri"/>
              </a:defRPr>
            </a:lvl3pPr>
            <a:lvl4pPr lvl="3" algn="r">
              <a:buNone/>
              <a:defRPr sz="1300">
                <a:solidFill>
                  <a:schemeClr val="dk1"/>
                </a:solidFill>
                <a:latin typeface="Calibri"/>
                <a:ea typeface="Calibri"/>
                <a:cs typeface="Calibri"/>
                <a:sym typeface="Calibri"/>
              </a:defRPr>
            </a:lvl4pPr>
            <a:lvl5pPr lvl="4" algn="r">
              <a:buNone/>
              <a:defRPr sz="1300">
                <a:solidFill>
                  <a:schemeClr val="dk1"/>
                </a:solidFill>
                <a:latin typeface="Calibri"/>
                <a:ea typeface="Calibri"/>
                <a:cs typeface="Calibri"/>
                <a:sym typeface="Calibri"/>
              </a:defRPr>
            </a:lvl5pPr>
            <a:lvl6pPr lvl="5" algn="r">
              <a:buNone/>
              <a:defRPr sz="1300">
                <a:solidFill>
                  <a:schemeClr val="dk1"/>
                </a:solidFill>
                <a:latin typeface="Calibri"/>
                <a:ea typeface="Calibri"/>
                <a:cs typeface="Calibri"/>
                <a:sym typeface="Calibri"/>
              </a:defRPr>
            </a:lvl6pPr>
            <a:lvl7pPr lvl="6" algn="r">
              <a:buNone/>
              <a:defRPr sz="1300">
                <a:solidFill>
                  <a:schemeClr val="dk1"/>
                </a:solidFill>
                <a:latin typeface="Calibri"/>
                <a:ea typeface="Calibri"/>
                <a:cs typeface="Calibri"/>
                <a:sym typeface="Calibri"/>
              </a:defRPr>
            </a:lvl7pPr>
            <a:lvl8pPr lvl="7" algn="r">
              <a:buNone/>
              <a:defRPr sz="1300">
                <a:solidFill>
                  <a:schemeClr val="dk1"/>
                </a:solidFill>
                <a:latin typeface="Calibri"/>
                <a:ea typeface="Calibri"/>
                <a:cs typeface="Calibri"/>
                <a:sym typeface="Calibri"/>
              </a:defRPr>
            </a:lvl8pPr>
            <a:lvl9pPr lvl="8" algn="r">
              <a:buNone/>
              <a:defRPr sz="1300">
                <a:solidFill>
                  <a:schemeClr val="dk1"/>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2"/>
    <p:sldLayoutId id="2147483649" r:id="rId3"/>
    <p:sldLayoutId id="2147483650" r:id="rId4"/>
    <p:sldLayoutId id="2147483651" r:id="rId5"/>
    <p:sldLayoutId id="2147483652" r:id="rId6"/>
    <p:sldLayoutId id="2147483653" r:id="rId7"/>
    <p:sldLayoutId id="2147483654" r:id="rId8"/>
    <p:sldLayoutId id="2147483655" r:id="rId9"/>
    <p:sldLayoutId id="2147483656" r:id="rId10"/>
    <p:sldLayoutId id="2147483657" r:id="rId11"/>
    <p:sldLayoutId id="2147483658" r:id="rId12"/>
    <p:sldLayoutId id="2147483659" r:id="rId13"/>
    <p:sldLayoutId id="2147483660" r:id="rId14"/>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xml"/><Relationship Id="rId3" Type="http://schemas.openxmlformats.org/officeDocument/2006/relationships/hyperlink" Target="https://coe-alumni-db-cs495.github.io/" TargetMode="Externa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9.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6" name="Shape 96"/>
        <p:cNvGrpSpPr/>
        <p:nvPr/>
      </p:nvGrpSpPr>
      <p:grpSpPr>
        <a:xfrm>
          <a:off x="0" y="0"/>
          <a:ext cx="0" cy="0"/>
          <a:chOff x="0" y="0"/>
          <a:chExt cx="0" cy="0"/>
        </a:xfrm>
      </p:grpSpPr>
      <p:sp>
        <p:nvSpPr>
          <p:cNvPr id="97" name="Google Shape;97;p15"/>
          <p:cNvSpPr txBox="1"/>
          <p:nvPr>
            <p:ph type="ctrTitle"/>
          </p:nvPr>
        </p:nvSpPr>
        <p:spPr>
          <a:xfrm>
            <a:off x="311700" y="1250075"/>
            <a:ext cx="5105400" cy="1479900"/>
          </a:xfrm>
          <a:prstGeom prst="rect">
            <a:avLst/>
          </a:prstGeom>
        </p:spPr>
        <p:txBody>
          <a:bodyPr anchorCtr="0" anchor="b" bIns="34275" lIns="68575" spcFirstLastPara="1" rIns="68575" wrap="square" tIns="34275">
            <a:normAutofit/>
          </a:bodyPr>
          <a:lstStyle/>
          <a:p>
            <a:pPr indent="0" lvl="0" marL="0" rtl="0" algn="ctr">
              <a:spcBef>
                <a:spcPts val="0"/>
              </a:spcBef>
              <a:spcAft>
                <a:spcPts val="0"/>
              </a:spcAft>
              <a:buNone/>
            </a:pPr>
            <a:r>
              <a:rPr lang="en" sz="3950">
                <a:solidFill>
                  <a:srgbClr val="9F1B30"/>
                </a:solidFill>
                <a:latin typeface="Times New Roman"/>
                <a:ea typeface="Times New Roman"/>
                <a:cs typeface="Times New Roman"/>
                <a:sym typeface="Times New Roman"/>
              </a:rPr>
              <a:t>CoE Database </a:t>
            </a:r>
            <a:endParaRPr sz="3950">
              <a:solidFill>
                <a:srgbClr val="9F1B30"/>
              </a:solidFill>
              <a:latin typeface="Times New Roman"/>
              <a:ea typeface="Times New Roman"/>
              <a:cs typeface="Times New Roman"/>
              <a:sym typeface="Times New Roman"/>
            </a:endParaRPr>
          </a:p>
          <a:p>
            <a:pPr indent="0" lvl="0" marL="0" rtl="0" algn="ctr">
              <a:spcBef>
                <a:spcPts val="0"/>
              </a:spcBef>
              <a:spcAft>
                <a:spcPts val="0"/>
              </a:spcAft>
              <a:buNone/>
            </a:pPr>
            <a:r>
              <a:rPr lang="en" sz="3950">
                <a:solidFill>
                  <a:srgbClr val="9F1B30"/>
                </a:solidFill>
                <a:latin typeface="Times New Roman"/>
                <a:ea typeface="Times New Roman"/>
                <a:cs typeface="Times New Roman"/>
                <a:sym typeface="Times New Roman"/>
              </a:rPr>
              <a:t>Sprint 1</a:t>
            </a:r>
            <a:endParaRPr sz="3950">
              <a:solidFill>
                <a:srgbClr val="9F1B30"/>
              </a:solidFill>
              <a:latin typeface="Times New Roman"/>
              <a:ea typeface="Times New Roman"/>
              <a:cs typeface="Times New Roman"/>
              <a:sym typeface="Times New Roman"/>
            </a:endParaRPr>
          </a:p>
        </p:txBody>
      </p:sp>
      <p:sp>
        <p:nvSpPr>
          <p:cNvPr id="98" name="Google Shape;98;p15"/>
          <p:cNvSpPr txBox="1"/>
          <p:nvPr>
            <p:ph idx="1" type="subTitle"/>
          </p:nvPr>
        </p:nvSpPr>
        <p:spPr>
          <a:xfrm>
            <a:off x="109200" y="2842525"/>
            <a:ext cx="5510400" cy="792600"/>
          </a:xfrm>
          <a:prstGeom prst="rect">
            <a:avLst/>
          </a:prstGeom>
        </p:spPr>
        <p:txBody>
          <a:bodyPr anchorCtr="0" anchor="t" bIns="34275" lIns="68575" spcFirstLastPara="1" rIns="68575" wrap="square" tIns="34275">
            <a:normAutofit fontScale="92500" lnSpcReduction="10000"/>
          </a:bodyPr>
          <a:lstStyle/>
          <a:p>
            <a:pPr indent="0" lvl="0" marL="0" rtl="0" algn="ctr">
              <a:spcBef>
                <a:spcPts val="800"/>
              </a:spcBef>
              <a:spcAft>
                <a:spcPts val="0"/>
              </a:spcAft>
              <a:buNone/>
            </a:pPr>
            <a:r>
              <a:rPr lang="en"/>
              <a:t>Ethan Busby, Marcus Kelley, Andy Fancher, Brodye Stevens, Jacob Santos</a:t>
            </a:r>
            <a:endParaRPr/>
          </a:p>
        </p:txBody>
      </p:sp>
      <p:sp>
        <p:nvSpPr>
          <p:cNvPr id="99" name="Google Shape;99;p15"/>
          <p:cNvSpPr txBox="1"/>
          <p:nvPr/>
        </p:nvSpPr>
        <p:spPr>
          <a:xfrm>
            <a:off x="241425" y="4201800"/>
            <a:ext cx="4806300" cy="652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a:solidFill>
                  <a:schemeClr val="dk1"/>
                </a:solidFill>
                <a:latin typeface="Times New Roman"/>
                <a:ea typeface="Times New Roman"/>
                <a:cs typeface="Times New Roman"/>
                <a:sym typeface="Times New Roman"/>
              </a:rPr>
              <a:t>Project Website - </a:t>
            </a:r>
            <a:r>
              <a:rPr lang="en" u="sng">
                <a:solidFill>
                  <a:schemeClr val="hlink"/>
                </a:solidFill>
                <a:latin typeface="Times New Roman"/>
                <a:ea typeface="Times New Roman"/>
                <a:cs typeface="Times New Roman"/>
                <a:sym typeface="Times New Roman"/>
                <a:hlinkClick r:id="rId3"/>
              </a:rPr>
              <a:t>https://coe-alumni-db-cs495.github.io/</a:t>
            </a:r>
            <a:endParaRPr>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t/>
            </a:r>
            <a:endParaRPr b="1">
              <a:solidFill>
                <a:schemeClr val="dk1"/>
              </a:solidFill>
              <a:latin typeface="Times New Roman"/>
              <a:ea typeface="Times New Roman"/>
              <a:cs typeface="Times New Roman"/>
              <a:sym typeface="Times New Roman"/>
            </a:endParaRPr>
          </a:p>
          <a:p>
            <a:pPr indent="0" lvl="0" marL="0" rtl="0" algn="l">
              <a:spcBef>
                <a:spcPts val="0"/>
              </a:spcBef>
              <a:spcAft>
                <a:spcPts val="0"/>
              </a:spcAft>
              <a:buNone/>
            </a:pPr>
            <a:r>
              <a:rPr b="1" lang="en">
                <a:solidFill>
                  <a:schemeClr val="dk1"/>
                </a:solidFill>
                <a:latin typeface="Times New Roman"/>
                <a:ea typeface="Times New Roman"/>
                <a:cs typeface="Times New Roman"/>
                <a:sym typeface="Times New Roman"/>
              </a:rPr>
              <a:t>Source Code </a:t>
            </a:r>
            <a:r>
              <a:rPr b="1" lang="en">
                <a:solidFill>
                  <a:schemeClr val="dk1"/>
                </a:solidFill>
                <a:latin typeface="Times New Roman"/>
                <a:ea typeface="Times New Roman"/>
                <a:cs typeface="Times New Roman"/>
                <a:sym typeface="Times New Roman"/>
              </a:rPr>
              <a:t>Website</a:t>
            </a:r>
            <a:r>
              <a:rPr b="1" lang="en">
                <a:solidFill>
                  <a:schemeClr val="dk1"/>
                </a:solidFill>
                <a:latin typeface="Times New Roman"/>
                <a:ea typeface="Times New Roman"/>
                <a:cs typeface="Times New Roman"/>
                <a:sym typeface="Times New Roman"/>
              </a:rPr>
              <a:t> - </a:t>
            </a:r>
            <a:r>
              <a:rPr lang="en">
                <a:solidFill>
                  <a:schemeClr val="dk1"/>
                </a:solidFill>
                <a:latin typeface="Times New Roman"/>
                <a:ea typeface="Times New Roman"/>
                <a:cs typeface="Times New Roman"/>
                <a:sym typeface="Times New Roman"/>
              </a:rPr>
              <a:t>local for now</a:t>
            </a:r>
            <a:endParaRPr>
              <a:solidFill>
                <a:schemeClr val="dk1"/>
              </a:solidFill>
              <a:latin typeface="Times New Roman"/>
              <a:ea typeface="Times New Roman"/>
              <a:cs typeface="Times New Roman"/>
              <a:sym typeface="Times New Roman"/>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3" name="Shape 103"/>
        <p:cNvGrpSpPr/>
        <p:nvPr/>
      </p:nvGrpSpPr>
      <p:grpSpPr>
        <a:xfrm>
          <a:off x="0" y="0"/>
          <a:ext cx="0" cy="0"/>
          <a:chOff x="0" y="0"/>
          <a:chExt cx="0" cy="0"/>
        </a:xfrm>
      </p:grpSpPr>
      <p:sp>
        <p:nvSpPr>
          <p:cNvPr id="104" name="Google Shape;104;p16"/>
          <p:cNvSpPr txBox="1"/>
          <p:nvPr/>
        </p:nvSpPr>
        <p:spPr>
          <a:xfrm>
            <a:off x="1490867" y="2206289"/>
            <a:ext cx="6719100" cy="2039400"/>
          </a:xfrm>
          <a:prstGeom prst="rect">
            <a:avLst/>
          </a:prstGeom>
          <a:noFill/>
          <a:ln>
            <a:noFill/>
          </a:ln>
        </p:spPr>
        <p:txBody>
          <a:bodyPr anchorCtr="0" anchor="t" bIns="34275" lIns="68575" spcFirstLastPara="1" rIns="68575" wrap="square" tIns="34275">
            <a:spAutoFit/>
          </a:bodyPr>
          <a:lstStyle/>
          <a:p>
            <a:pPr indent="-330200" lvl="0" marL="457200" marR="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Database for Connecting Alumni</a:t>
            </a:r>
            <a:endParaRPr sz="1600">
              <a:latin typeface="Times New Roman"/>
              <a:ea typeface="Times New Roman"/>
              <a:cs typeface="Times New Roman"/>
              <a:sym typeface="Times New Roman"/>
            </a:endParaRPr>
          </a:p>
          <a:p>
            <a:pPr indent="-330200" lvl="1" marL="914400" marR="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Finding Jobs</a:t>
            </a:r>
            <a:endParaRPr sz="1600">
              <a:latin typeface="Times New Roman"/>
              <a:ea typeface="Times New Roman"/>
              <a:cs typeface="Times New Roman"/>
              <a:sym typeface="Times New Roman"/>
            </a:endParaRPr>
          </a:p>
          <a:p>
            <a:pPr indent="-330200" lvl="1" marL="914400" marR="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Recruiting</a:t>
            </a:r>
            <a:endParaRPr sz="1600">
              <a:latin typeface="Times New Roman"/>
              <a:ea typeface="Times New Roman"/>
              <a:cs typeface="Times New Roman"/>
              <a:sym typeface="Times New Roman"/>
            </a:endParaRPr>
          </a:p>
          <a:p>
            <a:pPr indent="-330200" lvl="1" marL="914400" marR="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Socializing</a:t>
            </a:r>
            <a:endParaRPr sz="1600">
              <a:latin typeface="Times New Roman"/>
              <a:ea typeface="Times New Roman"/>
              <a:cs typeface="Times New Roman"/>
              <a:sym typeface="Times New Roman"/>
            </a:endParaRPr>
          </a:p>
          <a:p>
            <a:pPr indent="-330200" lvl="0" marL="457200" marR="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Responsive Website </a:t>
            </a:r>
            <a:endParaRPr sz="1600">
              <a:latin typeface="Times New Roman"/>
              <a:ea typeface="Times New Roman"/>
              <a:cs typeface="Times New Roman"/>
              <a:sym typeface="Times New Roman"/>
            </a:endParaRPr>
          </a:p>
          <a:p>
            <a:pPr indent="-330200" lvl="1" marL="914400" marR="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Relational Database</a:t>
            </a:r>
            <a:endParaRPr sz="1600">
              <a:latin typeface="Times New Roman"/>
              <a:ea typeface="Times New Roman"/>
              <a:cs typeface="Times New Roman"/>
              <a:sym typeface="Times New Roman"/>
            </a:endParaRPr>
          </a:p>
          <a:p>
            <a:pPr indent="-330200" lvl="2" marL="1371600" marR="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Filter System</a:t>
            </a:r>
            <a:endParaRPr sz="1600">
              <a:latin typeface="Times New Roman"/>
              <a:ea typeface="Times New Roman"/>
              <a:cs typeface="Times New Roman"/>
              <a:sym typeface="Times New Roman"/>
            </a:endParaRPr>
          </a:p>
          <a:p>
            <a:pPr indent="-330200" lvl="1" marL="914400" marR="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Login Security </a:t>
            </a:r>
            <a:endParaRPr sz="1600">
              <a:latin typeface="Times New Roman"/>
              <a:ea typeface="Times New Roman"/>
              <a:cs typeface="Times New Roman"/>
              <a:sym typeface="Times New Roman"/>
            </a:endParaRPr>
          </a:p>
        </p:txBody>
      </p:sp>
      <p:sp>
        <p:nvSpPr>
          <p:cNvPr id="105" name="Google Shape;105;p16"/>
          <p:cNvSpPr txBox="1"/>
          <p:nvPr/>
        </p:nvSpPr>
        <p:spPr>
          <a:xfrm>
            <a:off x="331852" y="371073"/>
            <a:ext cx="27261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p>
        </p:txBody>
      </p:sp>
      <p:sp>
        <p:nvSpPr>
          <p:cNvPr id="106" name="Google Shape;106;p16"/>
          <p:cNvSpPr txBox="1"/>
          <p:nvPr/>
        </p:nvSpPr>
        <p:spPr>
          <a:xfrm>
            <a:off x="214650" y="609575"/>
            <a:ext cx="48321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2100">
                <a:solidFill>
                  <a:schemeClr val="lt1"/>
                </a:solidFill>
                <a:latin typeface="Times New Roman"/>
                <a:ea typeface="Times New Roman"/>
                <a:cs typeface="Times New Roman"/>
                <a:sym typeface="Times New Roman"/>
              </a:rPr>
              <a:t>Project Overview</a:t>
            </a:r>
            <a:endParaRPr sz="2100">
              <a:solidFill>
                <a:schemeClr val="lt1"/>
              </a:solidFill>
              <a:latin typeface="Times New Roman"/>
              <a:ea typeface="Times New Roman"/>
              <a:cs typeface="Times New Roman"/>
              <a:sym typeface="Times New Roman"/>
            </a:endParaRPr>
          </a:p>
        </p:txBody>
      </p:sp>
      <p:pic>
        <p:nvPicPr>
          <p:cNvPr id="107" name="Google Shape;107;p16"/>
          <p:cNvPicPr preferRelativeResize="0"/>
          <p:nvPr/>
        </p:nvPicPr>
        <p:blipFill>
          <a:blip r:embed="rId3">
            <a:alphaModFix/>
          </a:blip>
          <a:stretch>
            <a:fillRect/>
          </a:stretch>
        </p:blipFill>
        <p:spPr>
          <a:xfrm>
            <a:off x="5616801" y="114925"/>
            <a:ext cx="3382900" cy="22214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17"/>
          <p:cNvSpPr txBox="1"/>
          <p:nvPr/>
        </p:nvSpPr>
        <p:spPr>
          <a:xfrm>
            <a:off x="1680342" y="1829564"/>
            <a:ext cx="6719100" cy="2532000"/>
          </a:xfrm>
          <a:prstGeom prst="rect">
            <a:avLst/>
          </a:prstGeom>
          <a:noFill/>
          <a:ln>
            <a:noFill/>
          </a:ln>
        </p:spPr>
        <p:txBody>
          <a:bodyPr anchorCtr="0" anchor="t" bIns="34275" lIns="68575" spcFirstLastPara="1" rIns="68575" wrap="square" tIns="34275">
            <a:spAutoFit/>
          </a:bodyPr>
          <a:lstStyle/>
          <a:p>
            <a:pPr indent="-330200" lvl="0" marL="457200" marR="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Set up Repo &amp; Create Project</a:t>
            </a:r>
            <a:endParaRPr sz="1600">
              <a:latin typeface="Times New Roman"/>
              <a:ea typeface="Times New Roman"/>
              <a:cs typeface="Times New Roman"/>
              <a:sym typeface="Times New Roman"/>
            </a:endParaRPr>
          </a:p>
          <a:p>
            <a:pPr indent="-330200" lvl="0" marL="457200" marR="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Create and Setup Relational Database (SQLite)</a:t>
            </a:r>
            <a:endParaRPr sz="1600">
              <a:latin typeface="Times New Roman"/>
              <a:ea typeface="Times New Roman"/>
              <a:cs typeface="Times New Roman"/>
              <a:sym typeface="Times New Roman"/>
            </a:endParaRPr>
          </a:p>
          <a:p>
            <a:pPr indent="-330200" lvl="0" marL="457200" marR="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Create Responsive Navigation Bar</a:t>
            </a:r>
            <a:endParaRPr sz="1600">
              <a:latin typeface="Times New Roman"/>
              <a:ea typeface="Times New Roman"/>
              <a:cs typeface="Times New Roman"/>
              <a:sym typeface="Times New Roman"/>
            </a:endParaRPr>
          </a:p>
          <a:p>
            <a:pPr indent="-330200" lvl="0" marL="457200" marR="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Create and Populate the 4 Pages Required:</a:t>
            </a:r>
            <a:endParaRPr sz="1600">
              <a:latin typeface="Times New Roman"/>
              <a:ea typeface="Times New Roman"/>
              <a:cs typeface="Times New Roman"/>
              <a:sym typeface="Times New Roman"/>
            </a:endParaRPr>
          </a:p>
          <a:p>
            <a:pPr indent="-330200" lvl="1" marL="914400" marR="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Home</a:t>
            </a:r>
            <a:endParaRPr sz="1600">
              <a:latin typeface="Times New Roman"/>
              <a:ea typeface="Times New Roman"/>
              <a:cs typeface="Times New Roman"/>
              <a:sym typeface="Times New Roman"/>
            </a:endParaRPr>
          </a:p>
          <a:p>
            <a:pPr indent="-330200" lvl="1" marL="914400" marR="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Profile</a:t>
            </a:r>
            <a:endParaRPr sz="1600">
              <a:latin typeface="Times New Roman"/>
              <a:ea typeface="Times New Roman"/>
              <a:cs typeface="Times New Roman"/>
              <a:sym typeface="Times New Roman"/>
            </a:endParaRPr>
          </a:p>
          <a:p>
            <a:pPr indent="-330200" lvl="1" marL="914400" marR="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Networking</a:t>
            </a:r>
            <a:endParaRPr sz="1600">
              <a:latin typeface="Times New Roman"/>
              <a:ea typeface="Times New Roman"/>
              <a:cs typeface="Times New Roman"/>
              <a:sym typeface="Times New Roman"/>
            </a:endParaRPr>
          </a:p>
          <a:p>
            <a:pPr indent="-330200" lvl="1" marL="914400" marR="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Favorites</a:t>
            </a:r>
            <a:endParaRPr sz="1600">
              <a:latin typeface="Times New Roman"/>
              <a:ea typeface="Times New Roman"/>
              <a:cs typeface="Times New Roman"/>
              <a:sym typeface="Times New Roman"/>
            </a:endParaRPr>
          </a:p>
          <a:p>
            <a:pPr indent="-330200" lvl="0" marL="457200" marR="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Add Settings Page</a:t>
            </a:r>
            <a:endParaRPr sz="1600">
              <a:latin typeface="Times New Roman"/>
              <a:ea typeface="Times New Roman"/>
              <a:cs typeface="Times New Roman"/>
              <a:sym typeface="Times New Roman"/>
            </a:endParaRPr>
          </a:p>
          <a:p>
            <a:pPr indent="-330200" lvl="0" marL="457200" marR="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Allow Users to Register &amp; Sign In</a:t>
            </a:r>
            <a:endParaRPr sz="1600">
              <a:latin typeface="Times New Roman"/>
              <a:ea typeface="Times New Roman"/>
              <a:cs typeface="Times New Roman"/>
              <a:sym typeface="Times New Roman"/>
            </a:endParaRPr>
          </a:p>
        </p:txBody>
      </p:sp>
      <p:sp>
        <p:nvSpPr>
          <p:cNvPr id="113" name="Google Shape;113;p17"/>
          <p:cNvSpPr txBox="1"/>
          <p:nvPr/>
        </p:nvSpPr>
        <p:spPr>
          <a:xfrm>
            <a:off x="331852" y="371073"/>
            <a:ext cx="2726100" cy="238500"/>
          </a:xfrm>
          <a:prstGeom prst="rect">
            <a:avLst/>
          </a:prstGeom>
          <a:noFill/>
          <a:ln>
            <a:noFill/>
          </a:ln>
        </p:spPr>
        <p:txBody>
          <a:bodyPr anchorCtr="0" anchor="t" bIns="34275" lIns="68575" spcFirstLastPara="1" rIns="68575" wrap="square" tIns="34275">
            <a:spAutoFit/>
          </a:bodyPr>
          <a:lstStyle/>
          <a:p>
            <a:pPr indent="0" lvl="0" marL="0" marR="0" rtl="0" algn="l">
              <a:spcBef>
                <a:spcPts val="0"/>
              </a:spcBef>
              <a:spcAft>
                <a:spcPts val="0"/>
              </a:spcAft>
              <a:buNone/>
            </a:pPr>
            <a:r>
              <a:t/>
            </a:r>
            <a:endParaRPr sz="1100"/>
          </a:p>
        </p:txBody>
      </p:sp>
      <p:sp>
        <p:nvSpPr>
          <p:cNvPr id="114" name="Google Shape;114;p17"/>
          <p:cNvSpPr txBox="1"/>
          <p:nvPr/>
        </p:nvSpPr>
        <p:spPr>
          <a:xfrm>
            <a:off x="263150" y="558925"/>
            <a:ext cx="2726100" cy="69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2100">
                <a:solidFill>
                  <a:schemeClr val="lt1"/>
                </a:solidFill>
                <a:latin typeface="Times New Roman"/>
                <a:ea typeface="Times New Roman"/>
                <a:cs typeface="Times New Roman"/>
                <a:sym typeface="Times New Roman"/>
              </a:rPr>
              <a:t>Sprint Goals</a:t>
            </a:r>
            <a:endParaRPr sz="21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pic>
        <p:nvPicPr>
          <p:cNvPr descr="Positive motivational quotes poster template. Set goals, crush them, and repeat. Slogan and symbols for motivation and success spirit. Vector vintage design on yellow background with grunge. (Provided by Getty Images)" id="115" name="Google Shape;115;p17"/>
          <p:cNvPicPr preferRelativeResize="0"/>
          <p:nvPr/>
        </p:nvPicPr>
        <p:blipFill>
          <a:blip r:embed="rId3">
            <a:alphaModFix/>
          </a:blip>
          <a:stretch>
            <a:fillRect/>
          </a:stretch>
        </p:blipFill>
        <p:spPr>
          <a:xfrm>
            <a:off x="6477301" y="0"/>
            <a:ext cx="2666699" cy="3808502"/>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18"/>
          <p:cNvSpPr/>
          <p:nvPr>
            <p:ph idx="3" type="dgm"/>
          </p:nvPr>
        </p:nvSpPr>
        <p:spPr>
          <a:xfrm>
            <a:off x="1089600" y="1711600"/>
            <a:ext cx="7335000" cy="2979300"/>
          </a:xfrm>
          <a:prstGeom prst="rect">
            <a:avLst/>
          </a:prstGeom>
        </p:spPr>
        <p:txBody>
          <a:bodyPr anchorCtr="0" anchor="t" bIns="34275" lIns="68575" spcFirstLastPara="1" rIns="68575" wrap="square" tIns="34275">
            <a:noAutofit/>
          </a:bodyPr>
          <a:lstStyle/>
          <a:p>
            <a:pPr indent="0" lvl="0" marL="0" rtl="0" algn="l">
              <a:spcBef>
                <a:spcPts val="800"/>
              </a:spcBef>
              <a:spcAft>
                <a:spcPts val="0"/>
              </a:spcAft>
              <a:buNone/>
            </a:pPr>
            <a:r>
              <a:t/>
            </a:r>
            <a:endParaRPr/>
          </a:p>
        </p:txBody>
      </p:sp>
      <p:sp>
        <p:nvSpPr>
          <p:cNvPr id="121" name="Google Shape;121;p18"/>
          <p:cNvSpPr txBox="1"/>
          <p:nvPr/>
        </p:nvSpPr>
        <p:spPr>
          <a:xfrm>
            <a:off x="295775" y="471950"/>
            <a:ext cx="2726100" cy="69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lt1"/>
                </a:solidFill>
                <a:latin typeface="Times New Roman"/>
                <a:ea typeface="Times New Roman"/>
                <a:cs typeface="Times New Roman"/>
                <a:sym typeface="Times New Roman"/>
              </a:rPr>
              <a:t>Sprint/Project Backlog</a:t>
            </a:r>
            <a:endParaRPr sz="21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pic>
        <p:nvPicPr>
          <p:cNvPr id="122" name="Google Shape;122;p18" title="Backlog.png"/>
          <p:cNvPicPr preferRelativeResize="0"/>
          <p:nvPr/>
        </p:nvPicPr>
        <p:blipFill>
          <a:blip r:embed="rId3">
            <a:alphaModFix/>
          </a:blip>
          <a:stretch>
            <a:fillRect/>
          </a:stretch>
        </p:blipFill>
        <p:spPr>
          <a:xfrm>
            <a:off x="1180900" y="1785950"/>
            <a:ext cx="7702676" cy="2630800"/>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 name="Shape 126"/>
        <p:cNvGrpSpPr/>
        <p:nvPr/>
      </p:nvGrpSpPr>
      <p:grpSpPr>
        <a:xfrm>
          <a:off x="0" y="0"/>
          <a:ext cx="0" cy="0"/>
          <a:chOff x="0" y="0"/>
          <a:chExt cx="0" cy="0"/>
        </a:xfrm>
      </p:grpSpPr>
      <p:sp>
        <p:nvSpPr>
          <p:cNvPr id="127" name="Google Shape;127;p19"/>
          <p:cNvSpPr txBox="1"/>
          <p:nvPr/>
        </p:nvSpPr>
        <p:spPr>
          <a:xfrm>
            <a:off x="230525" y="515425"/>
            <a:ext cx="2783700" cy="69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lt1"/>
                </a:solidFill>
                <a:latin typeface="Times New Roman"/>
                <a:ea typeface="Times New Roman"/>
                <a:cs typeface="Times New Roman"/>
                <a:sym typeface="Times New Roman"/>
              </a:rPr>
              <a:t>Major Achievements </a:t>
            </a:r>
            <a:endParaRPr sz="21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sp>
        <p:nvSpPr>
          <p:cNvPr id="128" name="Google Shape;128;p19"/>
          <p:cNvSpPr/>
          <p:nvPr>
            <p:ph idx="3" type="dgm"/>
          </p:nvPr>
        </p:nvSpPr>
        <p:spPr>
          <a:xfrm>
            <a:off x="687250" y="1711600"/>
            <a:ext cx="8307900" cy="2811300"/>
          </a:xfrm>
          <a:prstGeom prst="rect">
            <a:avLst/>
          </a:prstGeom>
        </p:spPr>
        <p:txBody>
          <a:bodyPr anchorCtr="0" anchor="t" bIns="34275" lIns="68575" spcFirstLastPara="1" rIns="68575" wrap="square" tIns="34275">
            <a:noAutofit/>
          </a:bodyPr>
          <a:lstStyle/>
          <a:p>
            <a:pPr indent="-330200" lvl="0" marL="457200" rtl="0" algn="l">
              <a:spcBef>
                <a:spcPts val="800"/>
              </a:spcBef>
              <a:spcAft>
                <a:spcPts val="0"/>
              </a:spcAft>
              <a:buSzPts val="1600"/>
              <a:buFont typeface="Times New Roman"/>
              <a:buChar char="●"/>
            </a:pPr>
            <a:r>
              <a:rPr lang="en" sz="1600">
                <a:latin typeface="Times New Roman"/>
                <a:ea typeface="Times New Roman"/>
                <a:cs typeface="Times New Roman"/>
                <a:sym typeface="Times New Roman"/>
              </a:rPr>
              <a:t>Andy</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Created robust Profile Page that splits the user’s information into 3 distinct categories</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Allows the user to edit their profile and show updated information after saving</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Ethan</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Created a </a:t>
            </a:r>
            <a:r>
              <a:rPr lang="en" sz="1600">
                <a:latin typeface="Times New Roman"/>
                <a:ea typeface="Times New Roman"/>
                <a:cs typeface="Times New Roman"/>
                <a:sym typeface="Times New Roman"/>
              </a:rPr>
              <a:t>responsive</a:t>
            </a:r>
            <a:r>
              <a:rPr lang="en" sz="1600">
                <a:latin typeface="Times New Roman"/>
                <a:ea typeface="Times New Roman"/>
                <a:cs typeface="Times New Roman"/>
                <a:sym typeface="Times New Roman"/>
              </a:rPr>
              <a:t> navbar linking to all pages</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Worked on creating basic login/register functionality</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Jacob</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Helped design relational database with Brodye</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Developed python scripts for Odata collection through RESTful api</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Brodye</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Designed the schema for the relational </a:t>
            </a:r>
            <a:r>
              <a:rPr lang="en" sz="1600">
                <a:latin typeface="Times New Roman"/>
                <a:ea typeface="Times New Roman"/>
                <a:cs typeface="Times New Roman"/>
                <a:sym typeface="Times New Roman"/>
              </a:rPr>
              <a:t>database</a:t>
            </a:r>
            <a:r>
              <a:rPr lang="en" sz="1600">
                <a:latin typeface="Times New Roman"/>
                <a:ea typeface="Times New Roman"/>
                <a:cs typeface="Times New Roman"/>
                <a:sym typeface="Times New Roman"/>
              </a:rPr>
              <a:t> with Jacob</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Made schematic changes to enable suggestions by our cybersecurity team</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Marcus</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Designed the Home Page</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Designed Settings Page for the website.</a:t>
            </a:r>
            <a:endParaRPr sz="1600">
              <a:latin typeface="Times New Roman"/>
              <a:ea typeface="Times New Roman"/>
              <a:cs typeface="Times New Roman"/>
              <a:sym typeface="Times New Roman"/>
            </a:endParaRPr>
          </a:p>
          <a:p>
            <a:pPr indent="0" lvl="0" marL="0" rtl="0" algn="l">
              <a:spcBef>
                <a:spcPts val="800"/>
              </a:spcBef>
              <a:spcAft>
                <a:spcPts val="0"/>
              </a:spcAft>
              <a:buNone/>
            </a:pPr>
            <a:r>
              <a:t/>
            </a:r>
            <a:endParaRPr sz="1600"/>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0"/>
          <p:cNvSpPr/>
          <p:nvPr>
            <p:ph idx="3" type="dgm"/>
          </p:nvPr>
        </p:nvSpPr>
        <p:spPr>
          <a:xfrm>
            <a:off x="628650" y="1840706"/>
            <a:ext cx="7817700" cy="2534700"/>
          </a:xfrm>
          <a:prstGeom prst="rect">
            <a:avLst/>
          </a:prstGeom>
        </p:spPr>
        <p:txBody>
          <a:bodyPr anchorCtr="0" anchor="t" bIns="34275" lIns="68575" spcFirstLastPara="1" rIns="68575" wrap="square" tIns="34275">
            <a:noAutofit/>
          </a:bodyPr>
          <a:lstStyle/>
          <a:p>
            <a:pPr indent="-330200" lvl="0" marL="457200" rtl="0" algn="l">
              <a:spcBef>
                <a:spcPts val="800"/>
              </a:spcBef>
              <a:spcAft>
                <a:spcPts val="0"/>
              </a:spcAft>
              <a:buSzPts val="1600"/>
              <a:buFont typeface="Times New Roman"/>
              <a:buChar char="●"/>
            </a:pPr>
            <a:r>
              <a:rPr lang="en" sz="1600">
                <a:latin typeface="Times New Roman"/>
                <a:ea typeface="Times New Roman"/>
                <a:cs typeface="Times New Roman"/>
                <a:sym typeface="Times New Roman"/>
              </a:rPr>
              <a:t>Sprint Reflection:</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We were not able to reach all of our goals for Sprint 1</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We had a major slowdown regarding server hosting, we are in an ongoing process resolving this</a:t>
            </a:r>
            <a:endParaRPr sz="1600">
              <a:latin typeface="Times New Roman"/>
              <a:ea typeface="Times New Roman"/>
              <a:cs typeface="Times New Roman"/>
              <a:sym typeface="Times New Roman"/>
            </a:endParaRPr>
          </a:p>
          <a:p>
            <a:pPr indent="-330200" lvl="0" marL="4572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Sponsor Feedback:</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Our sponsor, Brinkley Wood, is happy with the progress so far</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The initial plan was to have a very soft launch at the end of the sprint, but she understands the roadblock with OIT server hosting</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We have needed to work hand in hand with her in the process of getting a server from OIT</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Much of our </a:t>
            </a:r>
            <a:r>
              <a:rPr lang="en" sz="1600">
                <a:latin typeface="Times New Roman"/>
                <a:ea typeface="Times New Roman"/>
                <a:cs typeface="Times New Roman"/>
                <a:sym typeface="Times New Roman"/>
              </a:rPr>
              <a:t>communication</a:t>
            </a:r>
            <a:r>
              <a:rPr lang="en" sz="1600">
                <a:latin typeface="Times New Roman"/>
                <a:ea typeface="Times New Roman"/>
                <a:cs typeface="Times New Roman"/>
                <a:sym typeface="Times New Roman"/>
              </a:rPr>
              <a:t> outside of this has been focused on details of the website itself, such as what fields to include and how to present it to the user</a:t>
            </a:r>
            <a:endParaRPr sz="1600">
              <a:latin typeface="Times New Roman"/>
              <a:ea typeface="Times New Roman"/>
              <a:cs typeface="Times New Roman"/>
              <a:sym typeface="Times New Roman"/>
            </a:endParaRPr>
          </a:p>
          <a:p>
            <a:pPr indent="-330200" lvl="1" marL="914400" rtl="0" algn="l">
              <a:spcBef>
                <a:spcPts val="0"/>
              </a:spcBef>
              <a:spcAft>
                <a:spcPts val="0"/>
              </a:spcAft>
              <a:buSzPts val="1600"/>
              <a:buFont typeface="Times New Roman"/>
              <a:buChar char="○"/>
            </a:pPr>
            <a:r>
              <a:rPr lang="en" sz="1600">
                <a:latin typeface="Times New Roman"/>
                <a:ea typeface="Times New Roman"/>
                <a:cs typeface="Times New Roman"/>
                <a:sym typeface="Times New Roman"/>
              </a:rPr>
              <a:t>We continue to be in close collaboration</a:t>
            </a:r>
            <a:endParaRPr sz="1600">
              <a:latin typeface="Times New Roman"/>
              <a:ea typeface="Times New Roman"/>
              <a:cs typeface="Times New Roman"/>
              <a:sym typeface="Times New Roman"/>
            </a:endParaRPr>
          </a:p>
        </p:txBody>
      </p:sp>
      <p:sp>
        <p:nvSpPr>
          <p:cNvPr id="134" name="Google Shape;134;p20"/>
          <p:cNvSpPr txBox="1"/>
          <p:nvPr/>
        </p:nvSpPr>
        <p:spPr>
          <a:xfrm>
            <a:off x="295776" y="417575"/>
            <a:ext cx="2726100" cy="69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lt1"/>
                </a:solidFill>
                <a:latin typeface="Times New Roman"/>
                <a:ea typeface="Times New Roman"/>
                <a:cs typeface="Times New Roman"/>
                <a:sym typeface="Times New Roman"/>
              </a:rPr>
              <a:t>Sprint Reflection and Sponsor Feedback</a:t>
            </a:r>
            <a:endParaRPr sz="21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pic>
        <p:nvPicPr>
          <p:cNvPr id="135" name="Google Shape;135;p20"/>
          <p:cNvPicPr preferRelativeResize="0"/>
          <p:nvPr/>
        </p:nvPicPr>
        <p:blipFill>
          <a:blip r:embed="rId3">
            <a:alphaModFix/>
          </a:blip>
          <a:stretch>
            <a:fillRect/>
          </a:stretch>
        </p:blipFill>
        <p:spPr>
          <a:xfrm>
            <a:off x="7209550" y="0"/>
            <a:ext cx="1934449" cy="193444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1"/>
          <p:cNvSpPr/>
          <p:nvPr>
            <p:ph idx="3" type="dgm"/>
          </p:nvPr>
        </p:nvSpPr>
        <p:spPr>
          <a:xfrm>
            <a:off x="1317950" y="1840700"/>
            <a:ext cx="7128300" cy="2763600"/>
          </a:xfrm>
          <a:prstGeom prst="rect">
            <a:avLst/>
          </a:prstGeom>
        </p:spPr>
        <p:txBody>
          <a:bodyPr anchorCtr="0" anchor="t" bIns="34275" lIns="68575" spcFirstLastPara="1" rIns="68575" wrap="square" tIns="34275">
            <a:noAutofit/>
          </a:bodyPr>
          <a:lstStyle/>
          <a:p>
            <a:pPr indent="-342900" lvl="0" marL="457200" rtl="0" algn="l">
              <a:spcBef>
                <a:spcPts val="800"/>
              </a:spcBef>
              <a:spcAft>
                <a:spcPts val="0"/>
              </a:spcAft>
              <a:buSzPts val="1800"/>
              <a:buFont typeface="Times New Roman"/>
              <a:buChar char="●"/>
            </a:pPr>
            <a:r>
              <a:rPr lang="en" sz="1800">
                <a:latin typeface="Times New Roman"/>
                <a:ea typeface="Times New Roman"/>
                <a:cs typeface="Times New Roman"/>
                <a:sym typeface="Times New Roman"/>
              </a:rPr>
              <a:t>Not Completed</a:t>
            </a:r>
            <a:endParaRPr sz="1800">
              <a:latin typeface="Times New Roman"/>
              <a:ea typeface="Times New Roman"/>
              <a:cs typeface="Times New Roman"/>
              <a:sym typeface="Times New Roman"/>
            </a:endParaRPr>
          </a:p>
          <a:p>
            <a:pPr indent="-342900" lvl="1" marL="914400" rtl="0" algn="l">
              <a:spcBef>
                <a:spcPts val="0"/>
              </a:spcBef>
              <a:spcAft>
                <a:spcPts val="0"/>
              </a:spcAft>
              <a:buSzPts val="1800"/>
              <a:buFont typeface="Times New Roman"/>
              <a:buChar char="○"/>
            </a:pPr>
            <a:r>
              <a:rPr lang="en">
                <a:latin typeface="Times New Roman"/>
                <a:ea typeface="Times New Roman"/>
                <a:cs typeface="Times New Roman"/>
                <a:sym typeface="Times New Roman"/>
              </a:rPr>
              <a:t>Getting server for hosting</a:t>
            </a:r>
            <a:endParaRPr>
              <a:latin typeface="Times New Roman"/>
              <a:ea typeface="Times New Roman"/>
              <a:cs typeface="Times New Roman"/>
              <a:sym typeface="Times New Roman"/>
            </a:endParaRPr>
          </a:p>
          <a:p>
            <a:pPr indent="-342900" lvl="1" marL="914400" rtl="0" algn="l">
              <a:spcBef>
                <a:spcPts val="0"/>
              </a:spcBef>
              <a:spcAft>
                <a:spcPts val="0"/>
              </a:spcAft>
              <a:buSzPts val="1800"/>
              <a:buFont typeface="Times New Roman"/>
              <a:buChar char="○"/>
            </a:pPr>
            <a:r>
              <a:rPr lang="en">
                <a:latin typeface="Times New Roman"/>
                <a:ea typeface="Times New Roman"/>
                <a:cs typeface="Times New Roman"/>
                <a:sym typeface="Times New Roman"/>
              </a:rPr>
              <a:t>Populating the networking and favorites pages</a:t>
            </a:r>
            <a:endParaRPr>
              <a:latin typeface="Times New Roman"/>
              <a:ea typeface="Times New Roman"/>
              <a:cs typeface="Times New Roman"/>
              <a:sym typeface="Times New Roman"/>
            </a:endParaRPr>
          </a:p>
          <a:p>
            <a:pPr indent="-342900" lvl="1" marL="914400" rtl="0" algn="l">
              <a:spcBef>
                <a:spcPts val="0"/>
              </a:spcBef>
              <a:spcAft>
                <a:spcPts val="0"/>
              </a:spcAft>
              <a:buSzPts val="1800"/>
              <a:buFont typeface="Times New Roman"/>
              <a:buChar char="○"/>
            </a:pPr>
            <a:r>
              <a:rPr lang="en">
                <a:latin typeface="Times New Roman"/>
                <a:ea typeface="Times New Roman"/>
                <a:cs typeface="Times New Roman"/>
                <a:sym typeface="Times New Roman"/>
              </a:rPr>
              <a:t>Full login functionality</a:t>
            </a:r>
            <a:endParaRPr>
              <a:latin typeface="Times New Roman"/>
              <a:ea typeface="Times New Roman"/>
              <a:cs typeface="Times New Roman"/>
              <a:sym typeface="Times New Roman"/>
            </a:endParaRPr>
          </a:p>
          <a:p>
            <a:pPr indent="-342900" lvl="0" marL="457200" rtl="0" algn="l">
              <a:spcBef>
                <a:spcPts val="0"/>
              </a:spcBef>
              <a:spcAft>
                <a:spcPts val="0"/>
              </a:spcAft>
              <a:buSzPts val="1800"/>
              <a:buFont typeface="Times New Roman"/>
              <a:buChar char="●"/>
            </a:pPr>
            <a:r>
              <a:rPr lang="en" sz="1800">
                <a:latin typeface="Times New Roman"/>
                <a:ea typeface="Times New Roman"/>
                <a:cs typeface="Times New Roman"/>
                <a:sym typeface="Times New Roman"/>
              </a:rPr>
              <a:t>Lessons Learned</a:t>
            </a:r>
            <a:endParaRPr sz="1800">
              <a:latin typeface="Times New Roman"/>
              <a:ea typeface="Times New Roman"/>
              <a:cs typeface="Times New Roman"/>
              <a:sym typeface="Times New Roman"/>
            </a:endParaRPr>
          </a:p>
          <a:p>
            <a:pPr indent="-342900" lvl="1" marL="914400" rtl="0" algn="l">
              <a:spcBef>
                <a:spcPts val="0"/>
              </a:spcBef>
              <a:spcAft>
                <a:spcPts val="0"/>
              </a:spcAft>
              <a:buSzPts val="1800"/>
              <a:buFont typeface="Times New Roman"/>
              <a:buChar char="○"/>
            </a:pPr>
            <a:r>
              <a:rPr lang="en">
                <a:latin typeface="Times New Roman"/>
                <a:ea typeface="Times New Roman"/>
                <a:cs typeface="Times New Roman"/>
                <a:sym typeface="Times New Roman"/>
              </a:rPr>
              <a:t>Technical</a:t>
            </a:r>
            <a:endParaRPr>
              <a:latin typeface="Times New Roman"/>
              <a:ea typeface="Times New Roman"/>
              <a:cs typeface="Times New Roman"/>
              <a:sym typeface="Times New Roman"/>
            </a:endParaRPr>
          </a:p>
          <a:p>
            <a:pPr indent="-323850" lvl="2" marL="1371600" rtl="0" algn="l">
              <a:spcBef>
                <a:spcPts val="0"/>
              </a:spcBef>
              <a:spcAft>
                <a:spcPts val="0"/>
              </a:spcAft>
              <a:buSzPts val="1500"/>
              <a:buFont typeface="Times New Roman"/>
              <a:buChar char="■"/>
            </a:pPr>
            <a:r>
              <a:rPr lang="en">
                <a:latin typeface="Times New Roman"/>
                <a:ea typeface="Times New Roman"/>
                <a:cs typeface="Times New Roman"/>
                <a:sym typeface="Times New Roman"/>
              </a:rPr>
              <a:t>Using a code first </a:t>
            </a:r>
            <a:r>
              <a:rPr lang="en">
                <a:latin typeface="Times New Roman"/>
                <a:ea typeface="Times New Roman"/>
                <a:cs typeface="Times New Roman"/>
                <a:sym typeface="Times New Roman"/>
              </a:rPr>
              <a:t>approach</a:t>
            </a:r>
            <a:r>
              <a:rPr lang="en">
                <a:latin typeface="Times New Roman"/>
                <a:ea typeface="Times New Roman"/>
                <a:cs typeface="Times New Roman"/>
                <a:sym typeface="Times New Roman"/>
              </a:rPr>
              <a:t> to create the database</a:t>
            </a:r>
            <a:endParaRPr>
              <a:latin typeface="Times New Roman"/>
              <a:ea typeface="Times New Roman"/>
              <a:cs typeface="Times New Roman"/>
              <a:sym typeface="Times New Roman"/>
            </a:endParaRPr>
          </a:p>
          <a:p>
            <a:pPr indent="-323850" lvl="2" marL="1371600" rtl="0" algn="l">
              <a:spcBef>
                <a:spcPts val="0"/>
              </a:spcBef>
              <a:spcAft>
                <a:spcPts val="0"/>
              </a:spcAft>
              <a:buSzPts val="1500"/>
              <a:buFont typeface="Times New Roman"/>
              <a:buChar char="■"/>
            </a:pPr>
            <a:r>
              <a:rPr lang="en">
                <a:latin typeface="Times New Roman"/>
                <a:ea typeface="Times New Roman"/>
                <a:cs typeface="Times New Roman"/>
                <a:sym typeface="Times New Roman"/>
              </a:rPr>
              <a:t>Connecting our React frontend with the C#/.NET backend</a:t>
            </a:r>
            <a:endParaRPr>
              <a:latin typeface="Times New Roman"/>
              <a:ea typeface="Times New Roman"/>
              <a:cs typeface="Times New Roman"/>
              <a:sym typeface="Times New Roman"/>
            </a:endParaRPr>
          </a:p>
          <a:p>
            <a:pPr indent="-323850" lvl="2" marL="1371600" rtl="0" algn="l">
              <a:spcBef>
                <a:spcPts val="0"/>
              </a:spcBef>
              <a:spcAft>
                <a:spcPts val="0"/>
              </a:spcAft>
              <a:buSzPts val="1500"/>
              <a:buFont typeface="Times New Roman"/>
              <a:buChar char="■"/>
            </a:pPr>
            <a:r>
              <a:rPr lang="en">
                <a:latin typeface="Times New Roman"/>
                <a:ea typeface="Times New Roman"/>
                <a:cs typeface="Times New Roman"/>
                <a:sym typeface="Times New Roman"/>
              </a:rPr>
              <a:t>Separating</a:t>
            </a:r>
            <a:r>
              <a:rPr lang="en">
                <a:latin typeface="Times New Roman"/>
                <a:ea typeface="Times New Roman"/>
                <a:cs typeface="Times New Roman"/>
                <a:sym typeface="Times New Roman"/>
              </a:rPr>
              <a:t> </a:t>
            </a:r>
            <a:r>
              <a:rPr lang="en">
                <a:latin typeface="Times New Roman"/>
                <a:ea typeface="Times New Roman"/>
                <a:cs typeface="Times New Roman"/>
                <a:sym typeface="Times New Roman"/>
              </a:rPr>
              <a:t>public</a:t>
            </a:r>
            <a:r>
              <a:rPr lang="en">
                <a:latin typeface="Times New Roman"/>
                <a:ea typeface="Times New Roman"/>
                <a:cs typeface="Times New Roman"/>
                <a:sym typeface="Times New Roman"/>
              </a:rPr>
              <a:t> and private user information </a:t>
            </a:r>
            <a:endParaRPr>
              <a:latin typeface="Times New Roman"/>
              <a:ea typeface="Times New Roman"/>
              <a:cs typeface="Times New Roman"/>
              <a:sym typeface="Times New Roman"/>
            </a:endParaRPr>
          </a:p>
          <a:p>
            <a:pPr indent="-342900" lvl="1" marL="914400" rtl="0" algn="l">
              <a:spcBef>
                <a:spcPts val="0"/>
              </a:spcBef>
              <a:spcAft>
                <a:spcPts val="0"/>
              </a:spcAft>
              <a:buSzPts val="1800"/>
              <a:buFont typeface="Times New Roman"/>
              <a:buChar char="○"/>
            </a:pPr>
            <a:r>
              <a:rPr lang="en">
                <a:latin typeface="Times New Roman"/>
                <a:ea typeface="Times New Roman"/>
                <a:cs typeface="Times New Roman"/>
                <a:sym typeface="Times New Roman"/>
              </a:rPr>
              <a:t>Non Technical </a:t>
            </a:r>
            <a:endParaRPr>
              <a:latin typeface="Times New Roman"/>
              <a:ea typeface="Times New Roman"/>
              <a:cs typeface="Times New Roman"/>
              <a:sym typeface="Times New Roman"/>
            </a:endParaRPr>
          </a:p>
          <a:p>
            <a:pPr indent="-323850" lvl="2" marL="1371600" rtl="0" algn="l">
              <a:spcBef>
                <a:spcPts val="0"/>
              </a:spcBef>
              <a:spcAft>
                <a:spcPts val="0"/>
              </a:spcAft>
              <a:buSzPts val="1500"/>
              <a:buFont typeface="Times New Roman"/>
              <a:buChar char="■"/>
            </a:pPr>
            <a:r>
              <a:rPr lang="en">
                <a:latin typeface="Times New Roman"/>
                <a:ea typeface="Times New Roman"/>
                <a:cs typeface="Times New Roman"/>
                <a:sym typeface="Times New Roman"/>
              </a:rPr>
              <a:t>Working with others outside of our original team</a:t>
            </a:r>
            <a:endParaRPr>
              <a:latin typeface="Times New Roman"/>
              <a:ea typeface="Times New Roman"/>
              <a:cs typeface="Times New Roman"/>
              <a:sym typeface="Times New Roman"/>
            </a:endParaRPr>
          </a:p>
        </p:txBody>
      </p:sp>
      <p:sp>
        <p:nvSpPr>
          <p:cNvPr id="141" name="Google Shape;141;p21"/>
          <p:cNvSpPr txBox="1"/>
          <p:nvPr/>
        </p:nvSpPr>
        <p:spPr>
          <a:xfrm>
            <a:off x="121800" y="406700"/>
            <a:ext cx="3074100" cy="69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lt1"/>
                </a:solidFill>
                <a:latin typeface="Times New Roman"/>
                <a:ea typeface="Times New Roman"/>
                <a:cs typeface="Times New Roman"/>
                <a:sym typeface="Times New Roman"/>
              </a:rPr>
              <a:t>Not Completed/Lessons Learned</a:t>
            </a:r>
            <a:endParaRPr sz="21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pic>
        <p:nvPicPr>
          <p:cNvPr id="142" name="Google Shape;142;p21"/>
          <p:cNvPicPr preferRelativeResize="0"/>
          <p:nvPr/>
        </p:nvPicPr>
        <p:blipFill>
          <a:blip r:embed="rId3">
            <a:alphaModFix/>
          </a:blip>
          <a:stretch>
            <a:fillRect/>
          </a:stretch>
        </p:blipFill>
        <p:spPr>
          <a:xfrm>
            <a:off x="5102200" y="72650"/>
            <a:ext cx="3911324" cy="2047324"/>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2"/>
          <p:cNvSpPr/>
          <p:nvPr>
            <p:ph idx="3" type="dgm"/>
          </p:nvPr>
        </p:nvSpPr>
        <p:spPr>
          <a:xfrm>
            <a:off x="1317950" y="1840700"/>
            <a:ext cx="7128300" cy="2763600"/>
          </a:xfrm>
          <a:prstGeom prst="rect">
            <a:avLst/>
          </a:prstGeom>
        </p:spPr>
        <p:txBody>
          <a:bodyPr anchorCtr="0" anchor="t" bIns="34275" lIns="68575" spcFirstLastPara="1" rIns="68575" wrap="square" tIns="34275">
            <a:noAutofit/>
          </a:bodyPr>
          <a:lstStyle/>
          <a:p>
            <a:pPr indent="-342900" lvl="0" marL="457200" rtl="0" algn="l">
              <a:spcBef>
                <a:spcPts val="800"/>
              </a:spcBef>
              <a:spcAft>
                <a:spcPts val="0"/>
              </a:spcAft>
              <a:buSzPts val="1800"/>
              <a:buFont typeface="Times New Roman"/>
              <a:buChar char="●"/>
            </a:pPr>
            <a:r>
              <a:rPr lang="en" sz="1800">
                <a:latin typeface="Times New Roman"/>
                <a:ea typeface="Times New Roman"/>
                <a:cs typeface="Times New Roman"/>
                <a:sym typeface="Times New Roman"/>
              </a:rPr>
              <a:t>We will take a few moments to walk you through the project as it stands and demo each page that has been created.</a:t>
            </a:r>
            <a:endParaRPr>
              <a:latin typeface="Times New Roman"/>
              <a:ea typeface="Times New Roman"/>
              <a:cs typeface="Times New Roman"/>
              <a:sym typeface="Times New Roman"/>
            </a:endParaRPr>
          </a:p>
        </p:txBody>
      </p:sp>
      <p:sp>
        <p:nvSpPr>
          <p:cNvPr id="148" name="Google Shape;148;p22"/>
          <p:cNvSpPr txBox="1"/>
          <p:nvPr/>
        </p:nvSpPr>
        <p:spPr>
          <a:xfrm>
            <a:off x="121800" y="406700"/>
            <a:ext cx="3074100" cy="69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100">
                <a:solidFill>
                  <a:schemeClr val="lt1"/>
                </a:solidFill>
                <a:latin typeface="Times New Roman"/>
                <a:ea typeface="Times New Roman"/>
                <a:cs typeface="Times New Roman"/>
                <a:sym typeface="Times New Roman"/>
              </a:rPr>
              <a:t>Demo Description</a:t>
            </a:r>
            <a:endParaRPr sz="2100">
              <a:solidFill>
                <a:schemeClr val="lt1"/>
              </a:solidFill>
              <a:latin typeface="Times New Roman"/>
              <a:ea typeface="Times New Roman"/>
              <a:cs typeface="Times New Roman"/>
              <a:sym typeface="Times New Roman"/>
            </a:endParaRPr>
          </a:p>
          <a:p>
            <a:pPr indent="0" lvl="0" marL="0" rtl="0" algn="l">
              <a:spcBef>
                <a:spcPts val="0"/>
              </a:spcBef>
              <a:spcAft>
                <a:spcPts val="0"/>
              </a:spcAft>
              <a:buNone/>
            </a:pPr>
            <a:r>
              <a:t/>
            </a:r>
            <a:endParaRPr sz="2100">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COE Master">
  <a:themeElements>
    <a:clrScheme name="Grayscale">
      <a:dk1>
        <a:srgbClr val="000000"/>
      </a:dk1>
      <a:lt1>
        <a:srgbClr val="FFFFFF"/>
      </a:lt1>
      <a:dk2>
        <a:srgbClr val="000000"/>
      </a:dk2>
      <a:lt2>
        <a:srgbClr val="F8F8F8"/>
      </a:lt2>
      <a:accent1>
        <a:srgbClr val="DDDDDD"/>
      </a:accent1>
      <a:accent2>
        <a:srgbClr val="B2B2B2"/>
      </a:accent2>
      <a:accent3>
        <a:srgbClr val="969696"/>
      </a:accent3>
      <a:accent4>
        <a:srgbClr val="808080"/>
      </a:accent4>
      <a:accent5>
        <a:srgbClr val="5F5F5F"/>
      </a:accent5>
      <a:accent6>
        <a:srgbClr val="4D4D4D"/>
      </a:accent6>
      <a:hlink>
        <a:srgbClr val="5F5F5F"/>
      </a:hlink>
      <a:folHlink>
        <a:srgbClr val="919191"/>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