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a1cf595e9d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a1cf595e9d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Jacob</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a1cf595e9d_0_9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Jacob</a:t>
            </a:r>
            <a:endParaRPr/>
          </a:p>
        </p:txBody>
      </p:sp>
      <p:sp>
        <p:nvSpPr>
          <p:cNvPr id="102" name="Google Shape;102;g3a1cf595e9d_0_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1cf595e9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1cf595e9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Marcus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1cf595e9d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a1cf595e9d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Andy</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a1cf595e9d_2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a1cf595e9d_2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Brodye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a1cf595e9d_2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a1cf595e9d_2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a1cf595e9d_2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a1cf595e9d_2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1cf595e9d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a1cf595e9d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Ethan</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 name="Shape 10"/>
        <p:cNvGrpSpPr/>
        <p:nvPr/>
      </p:nvGrpSpPr>
      <p:grpSpPr>
        <a:xfrm>
          <a:off x="0" y="0"/>
          <a:ext cx="0" cy="0"/>
          <a:chOff x="0" y="0"/>
          <a:chExt cx="0" cy="0"/>
        </a:xfrm>
      </p:grpSpPr>
      <p:sp>
        <p:nvSpPr>
          <p:cNvPr id="11" name="Google Shape;11;p2"/>
          <p:cNvSpPr txBox="1"/>
          <p:nvPr>
            <p:ph type="ctrTitle"/>
          </p:nvPr>
        </p:nvSpPr>
        <p:spPr>
          <a:xfrm>
            <a:off x="512806" y="1305150"/>
            <a:ext cx="5075400" cy="1790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9F1B30"/>
              </a:buClr>
              <a:buSzPts val="4500"/>
              <a:buFont typeface="Calibri"/>
              <a:buNone/>
              <a:defRPr b="1" sz="4500">
                <a:solidFill>
                  <a:srgbClr val="9F1B30"/>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 name="Google Shape;12;p2"/>
          <p:cNvSpPr txBox="1"/>
          <p:nvPr>
            <p:ph idx="1" type="subTitle"/>
          </p:nvPr>
        </p:nvSpPr>
        <p:spPr>
          <a:xfrm>
            <a:off x="512806" y="3211245"/>
            <a:ext cx="5075400" cy="12417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3" name="Google Shape;13;p2"/>
          <p:cNvSpPr txBox="1"/>
          <p:nvPr>
            <p:ph idx="10" type="dt"/>
          </p:nvPr>
        </p:nvSpPr>
        <p:spPr>
          <a:xfrm>
            <a:off x="512806"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 name="Google Shape;14;p2"/>
          <p:cNvSpPr/>
          <p:nvPr>
            <p:ph idx="2" type="pic"/>
          </p:nvPr>
        </p:nvSpPr>
        <p:spPr>
          <a:xfrm>
            <a:off x="5657850" y="1304925"/>
            <a:ext cx="3287400" cy="3147900"/>
          </a:xfrm>
          <a:prstGeom prst="diamond">
            <a:avLst/>
          </a:prstGeom>
          <a:noFill/>
          <a:ln>
            <a:noFill/>
          </a:ln>
        </p:spPr>
      </p:sp>
      <p:sp>
        <p:nvSpPr>
          <p:cNvPr id="15" name="Google Shape;15;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3"/>
          <p:cNvSpPr txBox="1"/>
          <p:nvPr>
            <p:ph type="title"/>
          </p:nvPr>
        </p:nvSpPr>
        <p:spPr>
          <a:xfrm>
            <a:off x="628650" y="330043"/>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3300"/>
              <a:buFont typeface="Calibri"/>
              <a:buNone/>
              <a:defRPr b="1">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 name="Google Shape;18;p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 name="Google Shape;19;p3"/>
          <p:cNvSpPr/>
          <p:nvPr>
            <p:ph idx="2" type="pic"/>
          </p:nvPr>
        </p:nvSpPr>
        <p:spPr>
          <a:xfrm>
            <a:off x="2686050" y="-7454"/>
            <a:ext cx="6463800" cy="1654500"/>
          </a:xfrm>
          <a:prstGeom prst="rect">
            <a:avLst/>
          </a:prstGeom>
          <a:noFill/>
          <a:ln>
            <a:noFill/>
          </a:ln>
        </p:spPr>
      </p:sp>
      <p:sp>
        <p:nvSpPr>
          <p:cNvPr id="20" name="Google Shape;20;p3"/>
          <p:cNvSpPr/>
          <p:nvPr>
            <p:ph idx="3" type="dgm"/>
          </p:nvPr>
        </p:nvSpPr>
        <p:spPr>
          <a:xfrm>
            <a:off x="628650" y="1840706"/>
            <a:ext cx="7817700" cy="2534700"/>
          </a:xfrm>
          <a:prstGeom prst="rect">
            <a:avLst/>
          </a:prstGeom>
          <a:noFill/>
          <a:ln>
            <a:noFill/>
          </a:ln>
        </p:spPr>
        <p:txBody>
          <a:bodyPr anchorCtr="0" anchor="t" bIns="34275" lIns="68575" spcFirstLastPara="1" rIns="68575" wrap="square" tIns="34275">
            <a:noAutofit/>
          </a:bodyPr>
          <a:lstStyle>
            <a:lvl1pPr lvl="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lvl="1"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lvl="4"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lvl="5"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lvl="6"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lvl="7"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lvl="8"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1" name="Google Shape;21;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out">
  <p:cSld name="About">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4"/>
          <p:cNvSpPr txBox="1"/>
          <p:nvPr>
            <p:ph type="title"/>
          </p:nvPr>
        </p:nvSpPr>
        <p:spPr>
          <a:xfrm>
            <a:off x="4124068" y="576263"/>
            <a:ext cx="4386600" cy="15960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9F1B30"/>
              </a:buClr>
              <a:buSzPts val="4500"/>
              <a:buFont typeface="Calibri"/>
              <a:buNone/>
              <a:defRPr b="1" sz="4500">
                <a:solidFill>
                  <a:srgbClr val="9F1B3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 name="Google Shape;24;p4"/>
          <p:cNvSpPr txBox="1"/>
          <p:nvPr>
            <p:ph idx="1" type="body"/>
          </p:nvPr>
        </p:nvSpPr>
        <p:spPr>
          <a:xfrm>
            <a:off x="4432859" y="2408522"/>
            <a:ext cx="4082400" cy="7704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5" name="Google Shape;25;p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 name="Google Shape;26;p4"/>
          <p:cNvSpPr txBox="1"/>
          <p:nvPr>
            <p:ph idx="2" type="body"/>
          </p:nvPr>
        </p:nvSpPr>
        <p:spPr>
          <a:xfrm>
            <a:off x="4432859" y="3375767"/>
            <a:ext cx="4082400" cy="7704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7" name="Google Shape;27;p4"/>
          <p:cNvSpPr/>
          <p:nvPr>
            <p:ph idx="3" type="pic"/>
          </p:nvPr>
        </p:nvSpPr>
        <p:spPr>
          <a:xfrm>
            <a:off x="0" y="0"/>
            <a:ext cx="3660000" cy="5143500"/>
          </a:xfrm>
          <a:prstGeom prst="rect">
            <a:avLst/>
          </a:prstGeom>
          <a:noFill/>
          <a:ln>
            <a:noFill/>
          </a:ln>
        </p:spPr>
      </p:sp>
      <p:sp>
        <p:nvSpPr>
          <p:cNvPr id="28" name="Google Shape;28;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rgbClr val="888888"/>
                </a:solidFill>
              </a:defRPr>
            </a:lvl1pPr>
            <a:lvl2pPr lvl="1">
              <a:buNone/>
              <a:defRPr>
                <a:solidFill>
                  <a:srgbClr val="888888"/>
                </a:solidFill>
              </a:defRPr>
            </a:lvl2pPr>
            <a:lvl3pPr lvl="2">
              <a:buNone/>
              <a:defRPr>
                <a:solidFill>
                  <a:srgbClr val="888888"/>
                </a:solidFill>
              </a:defRPr>
            </a:lvl3pPr>
            <a:lvl4pPr lvl="3">
              <a:buNone/>
              <a:defRPr>
                <a:solidFill>
                  <a:srgbClr val="888888"/>
                </a:solidFill>
              </a:defRPr>
            </a:lvl4pPr>
            <a:lvl5pPr lvl="4">
              <a:buNone/>
              <a:defRPr>
                <a:solidFill>
                  <a:srgbClr val="888888"/>
                </a:solidFill>
              </a:defRPr>
            </a:lvl5pPr>
            <a:lvl6pPr lvl="5">
              <a:buNone/>
              <a:defRPr>
                <a:solidFill>
                  <a:srgbClr val="888888"/>
                </a:solidFill>
              </a:defRPr>
            </a:lvl6pPr>
            <a:lvl7pPr lvl="6">
              <a:buNone/>
              <a:defRPr>
                <a:solidFill>
                  <a:srgbClr val="888888"/>
                </a:solidFill>
              </a:defRPr>
            </a:lvl7pPr>
            <a:lvl8pPr lvl="7">
              <a:buNone/>
              <a:defRPr>
                <a:solidFill>
                  <a:srgbClr val="888888"/>
                </a:solidFill>
              </a:defRPr>
            </a:lvl8pPr>
            <a:lvl9pPr lvl="8">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ssion &amp; Vision">
  <p:cSld name="Mission &amp; Vision">
    <p:bg>
      <p:bgPr>
        <a:blipFill>
          <a:blip r:embed="rId2">
            <a:alphaModFix/>
          </a:blip>
          <a:stretch>
            <a:fillRect/>
          </a:stretch>
        </a:blip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527899"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9F1B30"/>
              </a:buClr>
              <a:buSzPts val="3300"/>
              <a:buFont typeface="Calibri"/>
              <a:buNone/>
              <a:defRPr b="1">
                <a:solidFill>
                  <a:srgbClr val="9F1B3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Google Shape;31;p5"/>
          <p:cNvSpPr txBox="1"/>
          <p:nvPr>
            <p:ph idx="1" type="body"/>
          </p:nvPr>
        </p:nvSpPr>
        <p:spPr>
          <a:xfrm>
            <a:off x="527899" y="2380060"/>
            <a:ext cx="2289300" cy="497700"/>
          </a:xfrm>
          <a:prstGeom prst="rect">
            <a:avLst/>
          </a:prstGeom>
          <a:noFill/>
          <a:ln>
            <a:noFill/>
          </a:ln>
        </p:spPr>
        <p:txBody>
          <a:bodyPr anchorCtr="0" anchor="ctr" bIns="34275" lIns="68575" spcFirstLastPara="1" rIns="68575" wrap="square" tIns="34275">
            <a:normAutofit/>
          </a:bodyPr>
          <a:lstStyle>
            <a:lvl1pPr indent="-228600" lvl="0" marL="457200" algn="ctr">
              <a:lnSpc>
                <a:spcPct val="90000"/>
              </a:lnSpc>
              <a:spcBef>
                <a:spcPts val="800"/>
              </a:spcBef>
              <a:spcAft>
                <a:spcPts val="0"/>
              </a:spcAft>
              <a:buClr>
                <a:srgbClr val="9F1B30"/>
              </a:buClr>
              <a:buSzPts val="1800"/>
              <a:buNone/>
              <a:defRPr b="1" sz="1800">
                <a:solidFill>
                  <a:srgbClr val="9F1B30"/>
                </a:solidFill>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2" name="Google Shape;32;p5"/>
          <p:cNvSpPr txBox="1"/>
          <p:nvPr>
            <p:ph idx="2" type="body"/>
          </p:nvPr>
        </p:nvSpPr>
        <p:spPr>
          <a:xfrm>
            <a:off x="527899" y="2990850"/>
            <a:ext cx="2289300" cy="1550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Google Shape;33;p5"/>
          <p:cNvSpPr txBox="1"/>
          <p:nvPr>
            <p:ph idx="3" type="body"/>
          </p:nvPr>
        </p:nvSpPr>
        <p:spPr>
          <a:xfrm>
            <a:off x="3415099" y="2380060"/>
            <a:ext cx="2289300" cy="485700"/>
          </a:xfrm>
          <a:prstGeom prst="rect">
            <a:avLst/>
          </a:prstGeom>
          <a:noFill/>
          <a:ln>
            <a:noFill/>
          </a:ln>
        </p:spPr>
        <p:txBody>
          <a:bodyPr anchorCtr="0" anchor="ctr" bIns="34275" lIns="68575" spcFirstLastPara="1" rIns="68575" wrap="square" tIns="34275">
            <a:normAutofit/>
          </a:bodyPr>
          <a:lstStyle>
            <a:lvl1pPr indent="-228600" lvl="0" marL="457200" algn="ctr">
              <a:lnSpc>
                <a:spcPct val="90000"/>
              </a:lnSpc>
              <a:spcBef>
                <a:spcPts val="800"/>
              </a:spcBef>
              <a:spcAft>
                <a:spcPts val="0"/>
              </a:spcAft>
              <a:buClr>
                <a:srgbClr val="9F1B30"/>
              </a:buClr>
              <a:buSzPts val="1800"/>
              <a:buNone/>
              <a:defRPr b="1" sz="1800">
                <a:solidFill>
                  <a:srgbClr val="9F1B30"/>
                </a:solidFill>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4" name="Google Shape;34;p5"/>
          <p:cNvSpPr txBox="1"/>
          <p:nvPr>
            <p:ph idx="4" type="body"/>
          </p:nvPr>
        </p:nvSpPr>
        <p:spPr>
          <a:xfrm>
            <a:off x="3415099" y="2990850"/>
            <a:ext cx="2289300" cy="1550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 name="Google Shape;35;p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6" name="Google Shape;36;p5"/>
          <p:cNvSpPr txBox="1"/>
          <p:nvPr>
            <p:ph idx="5" type="body"/>
          </p:nvPr>
        </p:nvSpPr>
        <p:spPr>
          <a:xfrm>
            <a:off x="527899" y="1381093"/>
            <a:ext cx="5856600" cy="5751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 name="Google Shape;37;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rgbClr val="9F1B30"/>
                </a:solidFill>
              </a:defRPr>
            </a:lvl1pPr>
            <a:lvl2pPr lvl="1">
              <a:buNone/>
              <a:defRPr>
                <a:solidFill>
                  <a:srgbClr val="9F1B30"/>
                </a:solidFill>
              </a:defRPr>
            </a:lvl2pPr>
            <a:lvl3pPr lvl="2">
              <a:buNone/>
              <a:defRPr>
                <a:solidFill>
                  <a:srgbClr val="9F1B30"/>
                </a:solidFill>
              </a:defRPr>
            </a:lvl3pPr>
            <a:lvl4pPr lvl="3">
              <a:buNone/>
              <a:defRPr>
                <a:solidFill>
                  <a:srgbClr val="9F1B30"/>
                </a:solidFill>
              </a:defRPr>
            </a:lvl4pPr>
            <a:lvl5pPr lvl="4">
              <a:buNone/>
              <a:defRPr>
                <a:solidFill>
                  <a:srgbClr val="9F1B30"/>
                </a:solidFill>
              </a:defRPr>
            </a:lvl5pPr>
            <a:lvl6pPr lvl="5">
              <a:buNone/>
              <a:defRPr>
                <a:solidFill>
                  <a:srgbClr val="9F1B30"/>
                </a:solidFill>
              </a:defRPr>
            </a:lvl6pPr>
            <a:lvl7pPr lvl="6">
              <a:buNone/>
              <a:defRPr>
                <a:solidFill>
                  <a:srgbClr val="9F1B30"/>
                </a:solidFill>
              </a:defRPr>
            </a:lvl7pPr>
            <a:lvl8pPr lvl="7">
              <a:buNone/>
              <a:defRPr>
                <a:solidFill>
                  <a:srgbClr val="9F1B30"/>
                </a:solidFill>
              </a:defRPr>
            </a:lvl8pPr>
            <a:lvl9pPr lvl="8">
              <a:buNone/>
              <a:defRPr>
                <a:solidFill>
                  <a:srgbClr val="9F1B30"/>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p:cSld name="Goals">
    <p:bg>
      <p:bgPr>
        <a:blipFill>
          <a:blip r:embed="rId2">
            <a:alphaModFix/>
          </a:blip>
          <a:stretch>
            <a:fillRect/>
          </a:stretch>
        </a:blipFill>
      </p:bgPr>
    </p:bg>
    <p:spTree>
      <p:nvGrpSpPr>
        <p:cNvPr id="38" name="Shape 38"/>
        <p:cNvGrpSpPr/>
        <p:nvPr/>
      </p:nvGrpSpPr>
      <p:grpSpPr>
        <a:xfrm>
          <a:off x="0" y="0"/>
          <a:ext cx="0" cy="0"/>
          <a:chOff x="0" y="0"/>
          <a:chExt cx="0" cy="0"/>
        </a:xfrm>
      </p:grpSpPr>
      <p:sp>
        <p:nvSpPr>
          <p:cNvPr id="39" name="Google Shape;39;p6"/>
          <p:cNvSpPr txBox="1"/>
          <p:nvPr>
            <p:ph type="title"/>
          </p:nvPr>
        </p:nvSpPr>
        <p:spPr>
          <a:xfrm>
            <a:off x="628650" y="273844"/>
            <a:ext cx="26520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3300"/>
              <a:buFont typeface="Calibri"/>
              <a:buNone/>
              <a:defRPr b="1">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0" name="Google Shape;40;p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1" name="Google Shape;41;p6"/>
          <p:cNvSpPr txBox="1"/>
          <p:nvPr>
            <p:ph idx="1" type="body"/>
          </p:nvPr>
        </p:nvSpPr>
        <p:spPr>
          <a:xfrm>
            <a:off x="760810" y="3123010"/>
            <a:ext cx="2004900" cy="10812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1"/>
              </a:buClr>
              <a:buSzPts val="1500"/>
              <a:buChar char="•"/>
              <a:defRPr sz="1500"/>
            </a:lvl1pPr>
            <a:lvl2pPr indent="-317500" lvl="1" marL="914400" algn="l">
              <a:lnSpc>
                <a:spcPct val="90000"/>
              </a:lnSpc>
              <a:spcBef>
                <a:spcPts val="400"/>
              </a:spcBef>
              <a:spcAft>
                <a:spcPts val="0"/>
              </a:spcAft>
              <a:buClr>
                <a:schemeClr val="dk1"/>
              </a:buClr>
              <a:buSzPts val="1400"/>
              <a:buChar char="•"/>
              <a:defRPr sz="1400"/>
            </a:lvl2pPr>
            <a:lvl3pPr indent="-304800" lvl="2" marL="1371600" algn="l">
              <a:lnSpc>
                <a:spcPct val="90000"/>
              </a:lnSpc>
              <a:spcBef>
                <a:spcPts val="400"/>
              </a:spcBef>
              <a:spcAft>
                <a:spcPts val="0"/>
              </a:spcAft>
              <a:buClr>
                <a:schemeClr val="dk1"/>
              </a:buClr>
              <a:buSzPts val="1200"/>
              <a:buChar char="•"/>
              <a:defRPr sz="1200"/>
            </a:lvl3pPr>
            <a:lvl4pPr indent="-298450" lvl="3" marL="1828800" algn="l">
              <a:lnSpc>
                <a:spcPct val="90000"/>
              </a:lnSpc>
              <a:spcBef>
                <a:spcPts val="400"/>
              </a:spcBef>
              <a:spcAft>
                <a:spcPts val="0"/>
              </a:spcAft>
              <a:buClr>
                <a:schemeClr val="dk1"/>
              </a:buClr>
              <a:buSzPts val="1100"/>
              <a:buChar char="•"/>
              <a:defRPr sz="1100"/>
            </a:lvl4pPr>
            <a:lvl5pPr indent="-298450" lvl="4" marL="2286000" algn="l">
              <a:lnSpc>
                <a:spcPct val="9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Google Shape;42;p6"/>
          <p:cNvSpPr txBox="1"/>
          <p:nvPr>
            <p:ph idx="2" type="body"/>
          </p:nvPr>
        </p:nvSpPr>
        <p:spPr>
          <a:xfrm>
            <a:off x="3551039" y="3100078"/>
            <a:ext cx="2041800" cy="11334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1"/>
              </a:buClr>
              <a:buSzPts val="1500"/>
              <a:buChar char="•"/>
              <a:defRPr sz="1500"/>
            </a:lvl1pPr>
            <a:lvl2pPr indent="-317500" lvl="1" marL="914400" algn="l">
              <a:lnSpc>
                <a:spcPct val="90000"/>
              </a:lnSpc>
              <a:spcBef>
                <a:spcPts val="400"/>
              </a:spcBef>
              <a:spcAft>
                <a:spcPts val="0"/>
              </a:spcAft>
              <a:buClr>
                <a:schemeClr val="dk1"/>
              </a:buClr>
              <a:buSzPts val="1400"/>
              <a:buChar char="•"/>
              <a:defRPr sz="1400"/>
            </a:lvl2pPr>
            <a:lvl3pPr indent="-304800" lvl="2" marL="1371600" algn="l">
              <a:lnSpc>
                <a:spcPct val="90000"/>
              </a:lnSpc>
              <a:spcBef>
                <a:spcPts val="400"/>
              </a:spcBef>
              <a:spcAft>
                <a:spcPts val="0"/>
              </a:spcAft>
              <a:buClr>
                <a:schemeClr val="dk1"/>
              </a:buClr>
              <a:buSzPts val="1200"/>
              <a:buChar char="•"/>
              <a:defRPr sz="1200"/>
            </a:lvl3pPr>
            <a:lvl4pPr indent="-298450" lvl="3" marL="1828800" algn="l">
              <a:lnSpc>
                <a:spcPct val="90000"/>
              </a:lnSpc>
              <a:spcBef>
                <a:spcPts val="400"/>
              </a:spcBef>
              <a:spcAft>
                <a:spcPts val="0"/>
              </a:spcAft>
              <a:buClr>
                <a:schemeClr val="dk1"/>
              </a:buClr>
              <a:buSzPts val="1100"/>
              <a:buChar char="•"/>
              <a:defRPr sz="1100"/>
            </a:lvl4pPr>
            <a:lvl5pPr indent="-298450" lvl="4" marL="2286000" algn="l">
              <a:lnSpc>
                <a:spcPct val="9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 name="Google Shape;43;p6"/>
          <p:cNvSpPr txBox="1"/>
          <p:nvPr>
            <p:ph idx="3" type="body"/>
          </p:nvPr>
        </p:nvSpPr>
        <p:spPr>
          <a:xfrm>
            <a:off x="6378179" y="3123010"/>
            <a:ext cx="2004900" cy="10812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1"/>
              </a:buClr>
              <a:buSzPts val="1500"/>
              <a:buChar char="•"/>
              <a:defRPr sz="1500"/>
            </a:lvl1pPr>
            <a:lvl2pPr indent="-317500" lvl="1" marL="914400" algn="l">
              <a:lnSpc>
                <a:spcPct val="90000"/>
              </a:lnSpc>
              <a:spcBef>
                <a:spcPts val="400"/>
              </a:spcBef>
              <a:spcAft>
                <a:spcPts val="0"/>
              </a:spcAft>
              <a:buClr>
                <a:schemeClr val="dk1"/>
              </a:buClr>
              <a:buSzPts val="1400"/>
              <a:buChar char="•"/>
              <a:defRPr sz="1400"/>
            </a:lvl2pPr>
            <a:lvl3pPr indent="-304800" lvl="2" marL="1371600" algn="l">
              <a:lnSpc>
                <a:spcPct val="90000"/>
              </a:lnSpc>
              <a:spcBef>
                <a:spcPts val="400"/>
              </a:spcBef>
              <a:spcAft>
                <a:spcPts val="0"/>
              </a:spcAft>
              <a:buClr>
                <a:schemeClr val="dk1"/>
              </a:buClr>
              <a:buSzPts val="1200"/>
              <a:buChar char="•"/>
              <a:defRPr sz="1200"/>
            </a:lvl3pPr>
            <a:lvl4pPr indent="-298450" lvl="3" marL="1828800" algn="l">
              <a:lnSpc>
                <a:spcPct val="90000"/>
              </a:lnSpc>
              <a:spcBef>
                <a:spcPts val="400"/>
              </a:spcBef>
              <a:spcAft>
                <a:spcPts val="0"/>
              </a:spcAft>
              <a:buClr>
                <a:schemeClr val="dk1"/>
              </a:buClr>
              <a:buSzPts val="1100"/>
              <a:buChar char="•"/>
              <a:defRPr sz="1100"/>
            </a:lvl4pPr>
            <a:lvl5pPr indent="-298450" lvl="4" marL="2286000" algn="l">
              <a:lnSpc>
                <a:spcPct val="9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 name="Google Shape;44;p6"/>
          <p:cNvSpPr/>
          <p:nvPr>
            <p:ph idx="4" type="pic"/>
          </p:nvPr>
        </p:nvSpPr>
        <p:spPr>
          <a:xfrm>
            <a:off x="1506141" y="2430118"/>
            <a:ext cx="551400" cy="514200"/>
          </a:xfrm>
          <a:prstGeom prst="rect">
            <a:avLst/>
          </a:prstGeom>
          <a:noFill/>
          <a:ln>
            <a:noFill/>
          </a:ln>
        </p:spPr>
      </p:sp>
      <p:sp>
        <p:nvSpPr>
          <p:cNvPr id="45" name="Google Shape;45;p6"/>
          <p:cNvSpPr/>
          <p:nvPr>
            <p:ph idx="5" type="pic"/>
          </p:nvPr>
        </p:nvSpPr>
        <p:spPr>
          <a:xfrm>
            <a:off x="4296370" y="2430117"/>
            <a:ext cx="551400" cy="514200"/>
          </a:xfrm>
          <a:prstGeom prst="rect">
            <a:avLst/>
          </a:prstGeom>
          <a:noFill/>
          <a:ln>
            <a:noFill/>
          </a:ln>
        </p:spPr>
      </p:sp>
      <p:sp>
        <p:nvSpPr>
          <p:cNvPr id="46" name="Google Shape;46;p6"/>
          <p:cNvSpPr/>
          <p:nvPr>
            <p:ph idx="6" type="pic"/>
          </p:nvPr>
        </p:nvSpPr>
        <p:spPr>
          <a:xfrm>
            <a:off x="7086599" y="2430116"/>
            <a:ext cx="551400" cy="514200"/>
          </a:xfrm>
          <a:prstGeom prst="rect">
            <a:avLst/>
          </a:prstGeom>
          <a:noFill/>
          <a:ln>
            <a:noFill/>
          </a:ln>
        </p:spPr>
      </p:sp>
      <p:sp>
        <p:nvSpPr>
          <p:cNvPr id="47" name="Google Shape;47;p6"/>
          <p:cNvSpPr txBox="1"/>
          <p:nvPr>
            <p:ph idx="7" type="body"/>
          </p:nvPr>
        </p:nvSpPr>
        <p:spPr>
          <a:xfrm>
            <a:off x="4233863" y="454819"/>
            <a:ext cx="4041000" cy="507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2100"/>
              <a:buNone/>
              <a:defRPr>
                <a:solidFill>
                  <a:schemeClr val="lt1"/>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 name="Google Shape;48;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 2 sections" type="twoObj">
  <p:cSld name="TWO_OBJECTS">
    <p:bg>
      <p:bgPr>
        <a:blipFill>
          <a:blip r:embed="rId2">
            <a:alphaModFix/>
          </a:blip>
          <a:stretch>
            <a:fillRect/>
          </a:stretch>
        </a:blipFill>
      </p:bgPr>
    </p:bg>
    <p:spTree>
      <p:nvGrpSpPr>
        <p:cNvPr id="49" name="Shape 49"/>
        <p:cNvGrpSpPr/>
        <p:nvPr/>
      </p:nvGrpSpPr>
      <p:grpSpPr>
        <a:xfrm>
          <a:off x="0" y="0"/>
          <a:ext cx="0" cy="0"/>
          <a:chOff x="0" y="0"/>
          <a:chExt cx="0" cy="0"/>
        </a:xfrm>
      </p:grpSpPr>
      <p:sp>
        <p:nvSpPr>
          <p:cNvPr id="50" name="Google Shape;50;p7"/>
          <p:cNvSpPr txBox="1"/>
          <p:nvPr>
            <p:ph type="title"/>
          </p:nvPr>
        </p:nvSpPr>
        <p:spPr>
          <a:xfrm>
            <a:off x="628650" y="240506"/>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9F1B30"/>
              </a:buClr>
              <a:buSzPts val="3300"/>
              <a:buFont typeface="Calibri"/>
              <a:buNone/>
              <a:defRPr b="1">
                <a:solidFill>
                  <a:srgbClr val="9F1B3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1" name="Google Shape;51;p7"/>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 name="Google Shape;52;p7"/>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 name="Google Shape;53;p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4" name="Google Shape;54;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and text">
  <p:cSld name="Chart and text">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7" name="Google Shape;57;p8"/>
          <p:cNvSpPr/>
          <p:nvPr>
            <p:ph idx="2" type="chart"/>
          </p:nvPr>
        </p:nvSpPr>
        <p:spPr>
          <a:xfrm>
            <a:off x="514350" y="1796653"/>
            <a:ext cx="4391100" cy="2496600"/>
          </a:xfrm>
          <a:prstGeom prst="rect">
            <a:avLst/>
          </a:prstGeom>
          <a:noFill/>
          <a:ln>
            <a:noFill/>
          </a:ln>
        </p:spPr>
        <p:txBody>
          <a:bodyPr anchorCtr="0" anchor="t" bIns="34275" lIns="68575" spcFirstLastPara="1" rIns="68575" wrap="square" tIns="34275">
            <a:noAutofit/>
          </a:bodyPr>
          <a:lstStyle>
            <a:lvl1pPr lvl="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lvl="1"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lvl="4"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lvl="5"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lvl="6"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lvl="7"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lvl="8"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8" name="Google Shape;58;p8"/>
          <p:cNvSpPr txBox="1"/>
          <p:nvPr>
            <p:ph idx="1" type="body"/>
          </p:nvPr>
        </p:nvSpPr>
        <p:spPr>
          <a:xfrm>
            <a:off x="514350" y="544116"/>
            <a:ext cx="7431900" cy="10584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9F1B30"/>
              </a:buClr>
              <a:buSzPts val="2100"/>
              <a:buNone/>
              <a:defRPr b="1">
                <a:solidFill>
                  <a:srgbClr val="9F1B30"/>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 name="Google Shape;59;p8"/>
          <p:cNvSpPr txBox="1"/>
          <p:nvPr>
            <p:ph idx="3" type="body"/>
          </p:nvPr>
        </p:nvSpPr>
        <p:spPr>
          <a:xfrm>
            <a:off x="5024438" y="1796653"/>
            <a:ext cx="3764700" cy="2496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 name="Google Shape;60;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rgbClr val="9F1B30"/>
                </a:solidFill>
              </a:defRPr>
            </a:lvl1pPr>
            <a:lvl2pPr lvl="1">
              <a:buNone/>
              <a:defRPr>
                <a:solidFill>
                  <a:srgbClr val="9F1B30"/>
                </a:solidFill>
              </a:defRPr>
            </a:lvl2pPr>
            <a:lvl3pPr lvl="2">
              <a:buNone/>
              <a:defRPr>
                <a:solidFill>
                  <a:srgbClr val="9F1B30"/>
                </a:solidFill>
              </a:defRPr>
            </a:lvl3pPr>
            <a:lvl4pPr lvl="3">
              <a:buNone/>
              <a:defRPr>
                <a:solidFill>
                  <a:srgbClr val="9F1B30"/>
                </a:solidFill>
              </a:defRPr>
            </a:lvl4pPr>
            <a:lvl5pPr lvl="4">
              <a:buNone/>
              <a:defRPr>
                <a:solidFill>
                  <a:srgbClr val="9F1B30"/>
                </a:solidFill>
              </a:defRPr>
            </a:lvl5pPr>
            <a:lvl6pPr lvl="5">
              <a:buNone/>
              <a:defRPr>
                <a:solidFill>
                  <a:srgbClr val="9F1B30"/>
                </a:solidFill>
              </a:defRPr>
            </a:lvl6pPr>
            <a:lvl7pPr lvl="6">
              <a:buNone/>
              <a:defRPr>
                <a:solidFill>
                  <a:srgbClr val="9F1B30"/>
                </a:solidFill>
              </a:defRPr>
            </a:lvl7pPr>
            <a:lvl8pPr lvl="7">
              <a:buNone/>
              <a:defRPr>
                <a:solidFill>
                  <a:srgbClr val="9F1B30"/>
                </a:solidFill>
              </a:defRPr>
            </a:lvl8pPr>
            <a:lvl9pPr lvl="8">
              <a:buNone/>
              <a:defRPr>
                <a:solidFill>
                  <a:srgbClr val="9F1B30"/>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mp; description" type="objTx">
  <p:cSld name="OBJECT_WITH_CAPTION_TEXT">
    <p:bg>
      <p:bgPr>
        <a:blipFill>
          <a:blip r:embed="rId2">
            <a:alphaModFix/>
          </a:blip>
          <a:stretch>
            <a:fillRect/>
          </a:stretch>
        </a:blipFill>
      </p:bgPr>
    </p:bg>
    <p:spTree>
      <p:nvGrpSpPr>
        <p:cNvPr id="61" name="Shape 61"/>
        <p:cNvGrpSpPr/>
        <p:nvPr/>
      </p:nvGrpSpPr>
      <p:grpSpPr>
        <a:xfrm>
          <a:off x="0" y="0"/>
          <a:ext cx="0" cy="0"/>
          <a:chOff x="0" y="0"/>
          <a:chExt cx="0" cy="0"/>
        </a:xfrm>
      </p:grpSpPr>
      <p:sp>
        <p:nvSpPr>
          <p:cNvPr id="62" name="Google Shape;62;p9"/>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9F1B30"/>
              </a:buClr>
              <a:buSzPts val="2400"/>
              <a:buFont typeface="Calibri"/>
              <a:buNone/>
              <a:defRPr b="1" sz="2400">
                <a:solidFill>
                  <a:srgbClr val="9F1B3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Google Shape;63;p9"/>
          <p:cNvSpPr txBox="1"/>
          <p:nvPr>
            <p:ph idx="1" type="body"/>
          </p:nvPr>
        </p:nvSpPr>
        <p:spPr>
          <a:xfrm>
            <a:off x="4572000" y="740569"/>
            <a:ext cx="39444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64" name="Google Shape;64;p9"/>
          <p:cNvSpPr txBox="1"/>
          <p:nvPr>
            <p:ph idx="2" type="body"/>
          </p:nvPr>
        </p:nvSpPr>
        <p:spPr>
          <a:xfrm>
            <a:off x="629841" y="1816443"/>
            <a:ext cx="2949300" cy="25854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Google Shape;65;p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blipFill>
          <a:blip r:embed="rId2">
            <a:alphaModFix/>
          </a:blip>
          <a:stretch>
            <a:fillRect/>
          </a:stretch>
        </a:blipFill>
      </p:bgPr>
    </p:bg>
    <p:spTree>
      <p:nvGrpSpPr>
        <p:cNvPr id="67" name="Shape 67"/>
        <p:cNvGrpSpPr/>
        <p:nvPr/>
      </p:nvGrpSpPr>
      <p:grpSpPr>
        <a:xfrm>
          <a:off x="0" y="0"/>
          <a:ext cx="0" cy="0"/>
          <a:chOff x="0" y="0"/>
          <a:chExt cx="0" cy="0"/>
        </a:xfrm>
      </p:grpSpPr>
      <p:sp>
        <p:nvSpPr>
          <p:cNvPr id="68" name="Google Shape;68;p10"/>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2400"/>
              <a:buFont typeface="Calibri"/>
              <a:buNone/>
              <a:defRPr b="1" sz="24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9" name="Google Shape;69;p10"/>
          <p:cNvSpPr/>
          <p:nvPr>
            <p:ph idx="2" type="pic"/>
          </p:nvPr>
        </p:nvSpPr>
        <p:spPr>
          <a:xfrm>
            <a:off x="4143375" y="348854"/>
            <a:ext cx="4629300" cy="4053000"/>
          </a:xfrm>
          <a:prstGeom prst="rect">
            <a:avLst/>
          </a:prstGeom>
          <a:noFill/>
          <a:ln>
            <a:noFill/>
          </a:ln>
        </p:spPr>
      </p:sp>
      <p:sp>
        <p:nvSpPr>
          <p:cNvPr id="70" name="Google Shape;70;p10"/>
          <p:cNvSpPr txBox="1"/>
          <p:nvPr>
            <p:ph idx="1" type="body"/>
          </p:nvPr>
        </p:nvSpPr>
        <p:spPr>
          <a:xfrm>
            <a:off x="629841" y="2214948"/>
            <a:ext cx="2949300" cy="2186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71" name="Google Shape;71;p1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 title and text" type="vertTx">
  <p:cSld name="VERTICAL_TEXT">
    <p:bg>
      <p:bgPr>
        <a:blipFill>
          <a:blip r:embed="rId2">
            <a:alphaModFix/>
          </a:blip>
          <a:stretch>
            <a:fillRect/>
          </a:stretch>
        </a:blipFill>
      </p:bgPr>
    </p:bg>
    <p:spTree>
      <p:nvGrpSpPr>
        <p:cNvPr id="73" name="Shape 73"/>
        <p:cNvGrpSpPr/>
        <p:nvPr/>
      </p:nvGrpSpPr>
      <p:grpSpPr>
        <a:xfrm>
          <a:off x="0" y="0"/>
          <a:ext cx="0" cy="0"/>
          <a:chOff x="0" y="0"/>
          <a:chExt cx="0" cy="0"/>
        </a:xfrm>
      </p:grpSpPr>
      <p:sp>
        <p:nvSpPr>
          <p:cNvPr id="74" name="Google Shape;74;p11"/>
          <p:cNvSpPr txBox="1"/>
          <p:nvPr>
            <p:ph type="title"/>
          </p:nvPr>
        </p:nvSpPr>
        <p:spPr>
          <a:xfrm>
            <a:off x="628650" y="510778"/>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9F1B30"/>
              </a:buClr>
              <a:buSzPts val="3300"/>
              <a:buFont typeface="Calibri"/>
              <a:buNone/>
              <a:defRPr b="1">
                <a:solidFill>
                  <a:srgbClr val="9F1B3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5" name="Google Shape;75;p11"/>
          <p:cNvSpPr txBox="1"/>
          <p:nvPr>
            <p:ph idx="1" type="body"/>
          </p:nvPr>
        </p:nvSpPr>
        <p:spPr>
          <a:xfrm>
            <a:off x="628650" y="1616585"/>
            <a:ext cx="7886700" cy="28485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6" name="Google Shape;76;p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media">
  <p:cSld name="title, text, and media">
    <p:bg>
      <p:bgPr>
        <a:blipFill>
          <a:blip r:embed="rId2">
            <a:alphaModFix/>
          </a:blip>
          <a:stretch>
            <a:fillRect/>
          </a:stretch>
        </a:blipFill>
      </p:bgPr>
    </p:bg>
    <p:spTree>
      <p:nvGrpSpPr>
        <p:cNvPr id="78" name="Shape 78"/>
        <p:cNvGrpSpPr/>
        <p:nvPr/>
      </p:nvGrpSpPr>
      <p:grpSpPr>
        <a:xfrm>
          <a:off x="0" y="0"/>
          <a:ext cx="0" cy="0"/>
          <a:chOff x="0" y="0"/>
          <a:chExt cx="0" cy="0"/>
        </a:xfrm>
      </p:grpSpPr>
      <p:sp>
        <p:nvSpPr>
          <p:cNvPr id="79" name="Google Shape;79;p12"/>
          <p:cNvSpPr txBox="1"/>
          <p:nvPr>
            <p:ph type="title"/>
          </p:nvPr>
        </p:nvSpPr>
        <p:spPr>
          <a:xfrm>
            <a:off x="628650" y="250224"/>
            <a:ext cx="5829300" cy="13530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9F1B30"/>
              </a:buClr>
              <a:buSzPts val="3300"/>
              <a:buFont typeface="Calibri"/>
              <a:buNone/>
              <a:defRPr b="1">
                <a:solidFill>
                  <a:srgbClr val="9F1B3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2"/>
          <p:cNvSpPr txBox="1"/>
          <p:nvPr>
            <p:ph idx="1" type="body"/>
          </p:nvPr>
        </p:nvSpPr>
        <p:spPr>
          <a:xfrm>
            <a:off x="628649" y="1837375"/>
            <a:ext cx="4760700" cy="2695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 name="Google Shape;81;p1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2" name="Google Shape;82;p12"/>
          <p:cNvSpPr/>
          <p:nvPr>
            <p:ph idx="2" type="media"/>
          </p:nvPr>
        </p:nvSpPr>
        <p:spPr>
          <a:xfrm>
            <a:off x="5479256" y="1826419"/>
            <a:ext cx="3383700" cy="2720700"/>
          </a:xfrm>
          <a:prstGeom prst="rect">
            <a:avLst/>
          </a:prstGeom>
          <a:noFill/>
          <a:ln>
            <a:noFill/>
          </a:ln>
        </p:spPr>
        <p:txBody>
          <a:bodyPr anchorCtr="0" anchor="t" bIns="34275" lIns="68575" spcFirstLastPara="1" rIns="68575" wrap="square" tIns="34275">
            <a:noAutofit/>
          </a:bodyPr>
          <a:lstStyle>
            <a:lvl1pPr lvl="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lvl="1"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lvl="4"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lvl="5"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lvl="6"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lvl="7"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lvl="8"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3" name="Google Shape;83;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Us">
  <p:cSld name="Contact Us">
    <p:spTree>
      <p:nvGrpSpPr>
        <p:cNvPr id="84" name="Shape 84"/>
        <p:cNvGrpSpPr/>
        <p:nvPr/>
      </p:nvGrpSpPr>
      <p:grpSpPr>
        <a:xfrm>
          <a:off x="0" y="0"/>
          <a:ext cx="0" cy="0"/>
          <a:chOff x="0" y="0"/>
          <a:chExt cx="0" cy="0"/>
        </a:xfrm>
      </p:grpSpPr>
      <p:sp>
        <p:nvSpPr>
          <p:cNvPr id="85" name="Google Shape;85;p13"/>
          <p:cNvSpPr txBox="1"/>
          <p:nvPr>
            <p:ph type="title"/>
          </p:nvPr>
        </p:nvSpPr>
        <p:spPr>
          <a:xfrm>
            <a:off x="524289" y="1330577"/>
            <a:ext cx="48429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9F1B30"/>
              </a:buClr>
              <a:buSzPts val="3300"/>
              <a:buFont typeface="Calibri"/>
              <a:buNone/>
              <a:defRPr b="1">
                <a:solidFill>
                  <a:srgbClr val="9F1B3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6" name="Google Shape;86;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7" name="Google Shape;87;p13"/>
          <p:cNvSpPr/>
          <p:nvPr>
            <p:ph idx="2" type="pic"/>
          </p:nvPr>
        </p:nvSpPr>
        <p:spPr>
          <a:xfrm>
            <a:off x="7699772" y="320279"/>
            <a:ext cx="1059600" cy="1010700"/>
          </a:xfrm>
          <a:prstGeom prst="rect">
            <a:avLst/>
          </a:prstGeom>
          <a:noFill/>
          <a:ln>
            <a:noFill/>
          </a:ln>
        </p:spPr>
      </p:sp>
      <p:sp>
        <p:nvSpPr>
          <p:cNvPr id="88" name="Google Shape;88;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9" name="Shape 89"/>
        <p:cNvGrpSpPr/>
        <p:nvPr/>
      </p:nvGrpSpPr>
      <p:grpSpPr>
        <a:xfrm>
          <a:off x="0" y="0"/>
          <a:ext cx="0" cy="0"/>
          <a:chOff x="0" y="0"/>
          <a:chExt cx="0" cy="0"/>
        </a:xfrm>
      </p:grpSpPr>
      <p:sp>
        <p:nvSpPr>
          <p:cNvPr id="90" name="Google Shape;90;p14"/>
          <p:cNvSpPr txBox="1"/>
          <p:nvPr>
            <p:ph type="ctrTitle"/>
          </p:nvPr>
        </p:nvSpPr>
        <p:spPr>
          <a:xfrm>
            <a:off x="311708" y="744575"/>
            <a:ext cx="8520600" cy="2052600"/>
          </a:xfrm>
          <a:prstGeom prst="rect">
            <a:avLst/>
          </a:prstGeom>
        </p:spPr>
        <p:txBody>
          <a:bodyPr anchorCtr="0" anchor="b" bIns="34275" lIns="68575" spcFirstLastPara="1" rIns="68575" wrap="square" tIns="3427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91" name="Google Shape;91;p14"/>
          <p:cNvSpPr txBox="1"/>
          <p:nvPr>
            <p:ph idx="1" type="subTitle"/>
          </p:nvPr>
        </p:nvSpPr>
        <p:spPr>
          <a:xfrm>
            <a:off x="311700" y="2834125"/>
            <a:ext cx="8520600" cy="792600"/>
          </a:xfrm>
          <a:prstGeom prst="rect">
            <a:avLst/>
          </a:prstGeom>
        </p:spPr>
        <p:txBody>
          <a:bodyPr anchorCtr="0" anchor="t" bIns="34275" lIns="68575" spcFirstLastPara="1" rIns="68575" wrap="square" tIns="34275">
            <a:normAutofit/>
          </a:bodyPr>
          <a:lstStyle>
            <a:lvl1pPr lvl="0" algn="ctr">
              <a:lnSpc>
                <a:spcPct val="100000"/>
              </a:lnSpc>
              <a:spcBef>
                <a:spcPts val="800"/>
              </a:spcBef>
              <a:spcAft>
                <a:spcPts val="0"/>
              </a:spcAft>
              <a:buSzPts val="2800"/>
              <a:buNone/>
              <a:defRPr sz="2800"/>
            </a:lvl1pPr>
            <a:lvl2pPr lvl="1" algn="ctr">
              <a:lnSpc>
                <a:spcPct val="100000"/>
              </a:lnSpc>
              <a:spcBef>
                <a:spcPts val="400"/>
              </a:spcBef>
              <a:spcAft>
                <a:spcPts val="0"/>
              </a:spcAft>
              <a:buSzPts val="2800"/>
              <a:buNone/>
              <a:defRPr sz="2800"/>
            </a:lvl2pPr>
            <a:lvl3pPr lvl="2" algn="ctr">
              <a:lnSpc>
                <a:spcPct val="100000"/>
              </a:lnSpc>
              <a:spcBef>
                <a:spcPts val="400"/>
              </a:spcBef>
              <a:spcAft>
                <a:spcPts val="0"/>
              </a:spcAft>
              <a:buSzPts val="2800"/>
              <a:buNone/>
              <a:defRPr sz="2800"/>
            </a:lvl3pPr>
            <a:lvl4pPr lvl="3" algn="ctr">
              <a:lnSpc>
                <a:spcPct val="100000"/>
              </a:lnSpc>
              <a:spcBef>
                <a:spcPts val="400"/>
              </a:spcBef>
              <a:spcAft>
                <a:spcPts val="0"/>
              </a:spcAft>
              <a:buSzPts val="2800"/>
              <a:buNone/>
              <a:defRPr sz="2800"/>
            </a:lvl4pPr>
            <a:lvl5pPr lvl="4" algn="ctr">
              <a:lnSpc>
                <a:spcPct val="100000"/>
              </a:lnSpc>
              <a:spcBef>
                <a:spcPts val="4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p:txBody>
      </p:sp>
      <p:sp>
        <p:nvSpPr>
          <p:cNvPr id="92" name="Google Shape;92;p1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9.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1.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1248579"/>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Google Shape;7;p1"/>
          <p:cNvSpPr txBox="1"/>
          <p:nvPr>
            <p:ph idx="1" type="body"/>
          </p:nvPr>
        </p:nvSpPr>
        <p:spPr>
          <a:xfrm>
            <a:off x="628650" y="2242751"/>
            <a:ext cx="7886700" cy="23901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Calibri"/>
                <a:ea typeface="Calibri"/>
                <a:cs typeface="Calibri"/>
                <a:sym typeface="Calibri"/>
              </a:defRPr>
            </a:lvl1pPr>
            <a:lvl2pPr lvl="1" algn="r">
              <a:buNone/>
              <a:defRPr sz="1300">
                <a:solidFill>
                  <a:schemeClr val="dk1"/>
                </a:solidFill>
                <a:latin typeface="Calibri"/>
                <a:ea typeface="Calibri"/>
                <a:cs typeface="Calibri"/>
                <a:sym typeface="Calibri"/>
              </a:defRPr>
            </a:lvl2pPr>
            <a:lvl3pPr lvl="2" algn="r">
              <a:buNone/>
              <a:defRPr sz="1300">
                <a:solidFill>
                  <a:schemeClr val="dk1"/>
                </a:solidFill>
                <a:latin typeface="Calibri"/>
                <a:ea typeface="Calibri"/>
                <a:cs typeface="Calibri"/>
                <a:sym typeface="Calibri"/>
              </a:defRPr>
            </a:lvl3pPr>
            <a:lvl4pPr lvl="3" algn="r">
              <a:buNone/>
              <a:defRPr sz="1300">
                <a:solidFill>
                  <a:schemeClr val="dk1"/>
                </a:solidFill>
                <a:latin typeface="Calibri"/>
                <a:ea typeface="Calibri"/>
                <a:cs typeface="Calibri"/>
                <a:sym typeface="Calibri"/>
              </a:defRPr>
            </a:lvl4pPr>
            <a:lvl5pPr lvl="4" algn="r">
              <a:buNone/>
              <a:defRPr sz="1300">
                <a:solidFill>
                  <a:schemeClr val="dk1"/>
                </a:solidFill>
                <a:latin typeface="Calibri"/>
                <a:ea typeface="Calibri"/>
                <a:cs typeface="Calibri"/>
                <a:sym typeface="Calibri"/>
              </a:defRPr>
            </a:lvl5pPr>
            <a:lvl6pPr lvl="5" algn="r">
              <a:buNone/>
              <a:defRPr sz="1300">
                <a:solidFill>
                  <a:schemeClr val="dk1"/>
                </a:solidFill>
                <a:latin typeface="Calibri"/>
                <a:ea typeface="Calibri"/>
                <a:cs typeface="Calibri"/>
                <a:sym typeface="Calibri"/>
              </a:defRPr>
            </a:lvl6pPr>
            <a:lvl7pPr lvl="6" algn="r">
              <a:buNone/>
              <a:defRPr sz="1300">
                <a:solidFill>
                  <a:schemeClr val="dk1"/>
                </a:solidFill>
                <a:latin typeface="Calibri"/>
                <a:ea typeface="Calibri"/>
                <a:cs typeface="Calibri"/>
                <a:sym typeface="Calibri"/>
              </a:defRPr>
            </a:lvl7pPr>
            <a:lvl8pPr lvl="7" algn="r">
              <a:buNone/>
              <a:defRPr sz="1300">
                <a:solidFill>
                  <a:schemeClr val="dk1"/>
                </a:solidFill>
                <a:latin typeface="Calibri"/>
                <a:ea typeface="Calibri"/>
                <a:cs typeface="Calibri"/>
                <a:sym typeface="Calibri"/>
              </a:defRPr>
            </a:lvl8pPr>
            <a:lvl9pPr lvl="8" algn="r">
              <a:buNone/>
              <a:defRPr sz="130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hyperlink" Target="https://github.com/afancher1/coe-alumni-db-cs495" TargetMode="External"/><Relationship Id="rId4" Type="http://schemas.openxmlformats.org/officeDocument/2006/relationships/hyperlink" Target="https://coe-alumni-db-cs495.github.io/"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hyperlink" Target="http://coe-alumni.eng.ua.edu/"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ctrTitle"/>
          </p:nvPr>
        </p:nvSpPr>
        <p:spPr>
          <a:xfrm>
            <a:off x="311700" y="1250075"/>
            <a:ext cx="5105400" cy="1479900"/>
          </a:xfrm>
          <a:prstGeom prst="rect">
            <a:avLst/>
          </a:prstGeom>
        </p:spPr>
        <p:txBody>
          <a:bodyPr anchorCtr="0" anchor="b" bIns="34275" lIns="68575" spcFirstLastPara="1" rIns="68575" wrap="square" tIns="34275">
            <a:normAutofit/>
          </a:bodyPr>
          <a:lstStyle/>
          <a:p>
            <a:pPr indent="0" lvl="0" marL="0" rtl="0" algn="ctr">
              <a:spcBef>
                <a:spcPts val="0"/>
              </a:spcBef>
              <a:spcAft>
                <a:spcPts val="0"/>
              </a:spcAft>
              <a:buNone/>
            </a:pPr>
            <a:r>
              <a:rPr lang="en" sz="3950">
                <a:solidFill>
                  <a:srgbClr val="9F1B30"/>
                </a:solidFill>
                <a:latin typeface="Times New Roman"/>
                <a:ea typeface="Times New Roman"/>
                <a:cs typeface="Times New Roman"/>
                <a:sym typeface="Times New Roman"/>
              </a:rPr>
              <a:t>CoE Database </a:t>
            </a:r>
            <a:endParaRPr sz="3950">
              <a:solidFill>
                <a:srgbClr val="9F1B30"/>
              </a:solidFill>
              <a:latin typeface="Times New Roman"/>
              <a:ea typeface="Times New Roman"/>
              <a:cs typeface="Times New Roman"/>
              <a:sym typeface="Times New Roman"/>
            </a:endParaRPr>
          </a:p>
          <a:p>
            <a:pPr indent="0" lvl="0" marL="0" rtl="0" algn="ctr">
              <a:spcBef>
                <a:spcPts val="0"/>
              </a:spcBef>
              <a:spcAft>
                <a:spcPts val="0"/>
              </a:spcAft>
              <a:buNone/>
            </a:pPr>
            <a:r>
              <a:rPr lang="en" sz="3950">
                <a:solidFill>
                  <a:srgbClr val="9F1B30"/>
                </a:solidFill>
                <a:latin typeface="Times New Roman"/>
                <a:ea typeface="Times New Roman"/>
                <a:cs typeface="Times New Roman"/>
                <a:sym typeface="Times New Roman"/>
              </a:rPr>
              <a:t>Sprint 2</a:t>
            </a:r>
            <a:endParaRPr sz="3950">
              <a:solidFill>
                <a:srgbClr val="9F1B30"/>
              </a:solidFill>
              <a:latin typeface="Times New Roman"/>
              <a:ea typeface="Times New Roman"/>
              <a:cs typeface="Times New Roman"/>
              <a:sym typeface="Times New Roman"/>
            </a:endParaRPr>
          </a:p>
        </p:txBody>
      </p:sp>
      <p:sp>
        <p:nvSpPr>
          <p:cNvPr id="98" name="Google Shape;98;p15"/>
          <p:cNvSpPr txBox="1"/>
          <p:nvPr>
            <p:ph idx="1" type="subTitle"/>
          </p:nvPr>
        </p:nvSpPr>
        <p:spPr>
          <a:xfrm>
            <a:off x="109200" y="2842525"/>
            <a:ext cx="5510400" cy="792600"/>
          </a:xfrm>
          <a:prstGeom prst="rect">
            <a:avLst/>
          </a:prstGeom>
        </p:spPr>
        <p:txBody>
          <a:bodyPr anchorCtr="0" anchor="t" bIns="34275" lIns="68575" spcFirstLastPara="1" rIns="68575" wrap="square" tIns="34275">
            <a:normAutofit fontScale="92500" lnSpcReduction="10000"/>
          </a:bodyPr>
          <a:lstStyle/>
          <a:p>
            <a:pPr indent="0" lvl="0" marL="0" rtl="0" algn="ctr">
              <a:spcBef>
                <a:spcPts val="800"/>
              </a:spcBef>
              <a:spcAft>
                <a:spcPts val="0"/>
              </a:spcAft>
              <a:buNone/>
            </a:pPr>
            <a:r>
              <a:rPr lang="en"/>
              <a:t>Jacob Santos, </a:t>
            </a:r>
            <a:r>
              <a:rPr lang="en"/>
              <a:t> Marcus Kelley, </a:t>
            </a:r>
            <a:r>
              <a:rPr lang="en"/>
              <a:t>Andy Fancher, Brodye Stevens, Ethan Busby </a:t>
            </a:r>
            <a:r>
              <a:rPr lang="en"/>
              <a:t>  </a:t>
            </a:r>
            <a:endParaRPr/>
          </a:p>
        </p:txBody>
      </p:sp>
      <p:sp>
        <p:nvSpPr>
          <p:cNvPr id="99" name="Google Shape;99;p15"/>
          <p:cNvSpPr txBox="1"/>
          <p:nvPr/>
        </p:nvSpPr>
        <p:spPr>
          <a:xfrm>
            <a:off x="179925" y="3747675"/>
            <a:ext cx="5824800" cy="792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 u="sng">
                <a:solidFill>
                  <a:schemeClr val="hlink"/>
                </a:solidFill>
                <a:latin typeface="Times New Roman"/>
                <a:ea typeface="Times New Roman"/>
                <a:cs typeface="Times New Roman"/>
                <a:sym typeface="Times New Roman"/>
                <a:hlinkClick r:id="rId3"/>
              </a:rPr>
              <a:t>Source Code Website</a:t>
            </a:r>
            <a:endParaRPr b="1">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ctr">
              <a:spcBef>
                <a:spcPts val="0"/>
              </a:spcBef>
              <a:spcAft>
                <a:spcPts val="0"/>
              </a:spcAft>
              <a:buNone/>
            </a:pPr>
            <a:r>
              <a:rPr b="1" lang="en" u="sng">
                <a:solidFill>
                  <a:schemeClr val="hlink"/>
                </a:solidFill>
                <a:latin typeface="Times New Roman"/>
                <a:ea typeface="Times New Roman"/>
                <a:cs typeface="Times New Roman"/>
                <a:sym typeface="Times New Roman"/>
                <a:hlinkClick r:id="rId4"/>
              </a:rPr>
              <a:t>Project Website</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nvSpPr>
        <p:spPr>
          <a:xfrm>
            <a:off x="1490867" y="2206289"/>
            <a:ext cx="6719100" cy="2039400"/>
          </a:xfrm>
          <a:prstGeom prst="rect">
            <a:avLst/>
          </a:prstGeom>
          <a:noFill/>
          <a:ln>
            <a:noFill/>
          </a:ln>
        </p:spPr>
        <p:txBody>
          <a:bodyPr anchorCtr="0" anchor="t" bIns="34275" lIns="68575" spcFirstLastPara="1" rIns="68575" wrap="square" tIns="34275">
            <a:spAutoFit/>
          </a:bodyPr>
          <a:lstStyle/>
          <a:p>
            <a:pPr indent="-330200" lvl="0" marL="4572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Database for Connecting Alumni</a:t>
            </a:r>
            <a:endParaRPr sz="1600">
              <a:latin typeface="Times New Roman"/>
              <a:ea typeface="Times New Roman"/>
              <a:cs typeface="Times New Roman"/>
              <a:sym typeface="Times New Roman"/>
            </a:endParaRPr>
          </a:p>
          <a:p>
            <a:pPr indent="-330200" lvl="1" marL="9144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Finding Jobs</a:t>
            </a:r>
            <a:endParaRPr sz="1600">
              <a:latin typeface="Times New Roman"/>
              <a:ea typeface="Times New Roman"/>
              <a:cs typeface="Times New Roman"/>
              <a:sym typeface="Times New Roman"/>
            </a:endParaRPr>
          </a:p>
          <a:p>
            <a:pPr indent="-330200" lvl="1" marL="9144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Recruiting</a:t>
            </a:r>
            <a:endParaRPr sz="1600">
              <a:latin typeface="Times New Roman"/>
              <a:ea typeface="Times New Roman"/>
              <a:cs typeface="Times New Roman"/>
              <a:sym typeface="Times New Roman"/>
            </a:endParaRPr>
          </a:p>
          <a:p>
            <a:pPr indent="-330200" lvl="1" marL="9144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Socializing</a:t>
            </a:r>
            <a:endParaRPr sz="1600">
              <a:latin typeface="Times New Roman"/>
              <a:ea typeface="Times New Roman"/>
              <a:cs typeface="Times New Roman"/>
              <a:sym typeface="Times New Roman"/>
            </a:endParaRPr>
          </a:p>
          <a:p>
            <a:pPr indent="-330200" lvl="0" marL="4572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Responsive Website </a:t>
            </a:r>
            <a:endParaRPr sz="1600">
              <a:latin typeface="Times New Roman"/>
              <a:ea typeface="Times New Roman"/>
              <a:cs typeface="Times New Roman"/>
              <a:sym typeface="Times New Roman"/>
            </a:endParaRPr>
          </a:p>
          <a:p>
            <a:pPr indent="-330200" lvl="1" marL="9144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Relational Database</a:t>
            </a:r>
            <a:endParaRPr sz="1600">
              <a:latin typeface="Times New Roman"/>
              <a:ea typeface="Times New Roman"/>
              <a:cs typeface="Times New Roman"/>
              <a:sym typeface="Times New Roman"/>
            </a:endParaRPr>
          </a:p>
          <a:p>
            <a:pPr indent="-330200" lvl="2" marL="13716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Filter System</a:t>
            </a:r>
            <a:endParaRPr sz="1600">
              <a:latin typeface="Times New Roman"/>
              <a:ea typeface="Times New Roman"/>
              <a:cs typeface="Times New Roman"/>
              <a:sym typeface="Times New Roman"/>
            </a:endParaRPr>
          </a:p>
          <a:p>
            <a:pPr indent="-330200" lvl="1" marL="9144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Login Security </a:t>
            </a:r>
            <a:endParaRPr sz="1600">
              <a:latin typeface="Times New Roman"/>
              <a:ea typeface="Times New Roman"/>
              <a:cs typeface="Times New Roman"/>
              <a:sym typeface="Times New Roman"/>
            </a:endParaRPr>
          </a:p>
        </p:txBody>
      </p:sp>
      <p:sp>
        <p:nvSpPr>
          <p:cNvPr id="105" name="Google Shape;105;p16"/>
          <p:cNvSpPr txBox="1"/>
          <p:nvPr/>
        </p:nvSpPr>
        <p:spPr>
          <a:xfrm>
            <a:off x="331852" y="371073"/>
            <a:ext cx="27261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106" name="Google Shape;106;p16"/>
          <p:cNvSpPr txBox="1"/>
          <p:nvPr/>
        </p:nvSpPr>
        <p:spPr>
          <a:xfrm>
            <a:off x="214650" y="609575"/>
            <a:ext cx="4832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lt1"/>
                </a:solidFill>
                <a:latin typeface="Times New Roman"/>
                <a:ea typeface="Times New Roman"/>
                <a:cs typeface="Times New Roman"/>
                <a:sym typeface="Times New Roman"/>
              </a:rPr>
              <a:t>Project Overview</a:t>
            </a:r>
            <a:endParaRPr sz="2100">
              <a:solidFill>
                <a:schemeClr val="lt1"/>
              </a:solidFill>
              <a:latin typeface="Times New Roman"/>
              <a:ea typeface="Times New Roman"/>
              <a:cs typeface="Times New Roman"/>
              <a:sym typeface="Times New Roman"/>
            </a:endParaRPr>
          </a:p>
        </p:txBody>
      </p:sp>
      <p:pic>
        <p:nvPicPr>
          <p:cNvPr id="107" name="Google Shape;107;p16"/>
          <p:cNvPicPr preferRelativeResize="0"/>
          <p:nvPr/>
        </p:nvPicPr>
        <p:blipFill>
          <a:blip r:embed="rId3">
            <a:alphaModFix/>
          </a:blip>
          <a:stretch>
            <a:fillRect/>
          </a:stretch>
        </p:blipFill>
        <p:spPr>
          <a:xfrm>
            <a:off x="5616801" y="114925"/>
            <a:ext cx="3382900" cy="2221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ph type="title"/>
          </p:nvPr>
        </p:nvSpPr>
        <p:spPr>
          <a:xfrm>
            <a:off x="221025" y="-76982"/>
            <a:ext cx="78867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0" lang="en" sz="2100">
                <a:latin typeface="Times New Roman"/>
                <a:ea typeface="Times New Roman"/>
                <a:cs typeface="Times New Roman"/>
                <a:sym typeface="Times New Roman"/>
              </a:rPr>
              <a:t>Sprint Backlog</a:t>
            </a:r>
            <a:endParaRPr/>
          </a:p>
        </p:txBody>
      </p:sp>
      <p:pic>
        <p:nvPicPr>
          <p:cNvPr id="113" name="Google Shape;113;p17"/>
          <p:cNvPicPr preferRelativeResize="0"/>
          <p:nvPr/>
        </p:nvPicPr>
        <p:blipFill>
          <a:blip r:embed="rId3">
            <a:alphaModFix/>
          </a:blip>
          <a:stretch>
            <a:fillRect/>
          </a:stretch>
        </p:blipFill>
        <p:spPr>
          <a:xfrm>
            <a:off x="0" y="917225"/>
            <a:ext cx="9144001" cy="2822600"/>
          </a:xfrm>
          <a:prstGeom prst="rect">
            <a:avLst/>
          </a:prstGeom>
          <a:noFill/>
          <a:ln>
            <a:noFill/>
          </a:ln>
        </p:spPr>
      </p:pic>
      <p:sp>
        <p:nvSpPr>
          <p:cNvPr id="114" name="Google Shape;114;p17"/>
          <p:cNvSpPr txBox="1"/>
          <p:nvPr/>
        </p:nvSpPr>
        <p:spPr>
          <a:xfrm>
            <a:off x="98150" y="3788925"/>
            <a:ext cx="3106800" cy="12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Sprint 1:</a:t>
            </a:r>
            <a:endParaRPr sz="16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Simply setting up the project</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Create all pages/components and planning out how to make </a:t>
            </a:r>
            <a:r>
              <a:rPr lang="en">
                <a:solidFill>
                  <a:schemeClr val="dk1"/>
                </a:solidFill>
                <a:latin typeface="Times New Roman"/>
                <a:ea typeface="Times New Roman"/>
                <a:cs typeface="Times New Roman"/>
                <a:sym typeface="Times New Roman"/>
              </a:rPr>
              <a:t>everything</a:t>
            </a:r>
            <a:r>
              <a:rPr lang="en">
                <a:solidFill>
                  <a:schemeClr val="dk1"/>
                </a:solidFill>
                <a:latin typeface="Times New Roman"/>
                <a:ea typeface="Times New Roman"/>
                <a:cs typeface="Times New Roman"/>
                <a:sym typeface="Times New Roman"/>
              </a:rPr>
              <a:t> functional</a:t>
            </a:r>
            <a:endParaRPr>
              <a:solidFill>
                <a:schemeClr val="dk1"/>
              </a:solidFill>
              <a:latin typeface="Times New Roman"/>
              <a:ea typeface="Times New Roman"/>
              <a:cs typeface="Times New Roman"/>
              <a:sym typeface="Times New Roman"/>
            </a:endParaRPr>
          </a:p>
        </p:txBody>
      </p:sp>
      <p:sp>
        <p:nvSpPr>
          <p:cNvPr id="115" name="Google Shape;115;p17"/>
          <p:cNvSpPr txBox="1"/>
          <p:nvPr/>
        </p:nvSpPr>
        <p:spPr>
          <a:xfrm>
            <a:off x="3529050" y="3837960"/>
            <a:ext cx="3106800" cy="128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latin typeface="Times New Roman"/>
                <a:ea typeface="Times New Roman"/>
                <a:cs typeface="Times New Roman"/>
                <a:sym typeface="Times New Roman"/>
              </a:rPr>
              <a:t>Sprint 2:</a:t>
            </a:r>
            <a:endParaRPr sz="1600">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Deployment</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Adding all the </a:t>
            </a:r>
            <a:r>
              <a:rPr lang="en">
                <a:solidFill>
                  <a:schemeClr val="dk1"/>
                </a:solidFill>
                <a:latin typeface="Times New Roman"/>
                <a:ea typeface="Times New Roman"/>
                <a:cs typeface="Times New Roman"/>
                <a:sym typeface="Times New Roman"/>
              </a:rPr>
              <a:t>functionality</a:t>
            </a:r>
            <a:r>
              <a:rPr lang="en">
                <a:solidFill>
                  <a:schemeClr val="dk1"/>
                </a:solidFill>
                <a:latin typeface="Times New Roman"/>
                <a:ea typeface="Times New Roman"/>
                <a:cs typeface="Times New Roman"/>
                <a:sym typeface="Times New Roman"/>
              </a:rPr>
              <a:t> for each page/component</a:t>
            </a:r>
            <a:endParaRPr>
              <a:solidFill>
                <a:schemeClr val="dk1"/>
              </a:solidFill>
              <a:latin typeface="Times New Roman"/>
              <a:ea typeface="Times New Roman"/>
              <a:cs typeface="Times New Roman"/>
              <a:sym typeface="Times New Roman"/>
            </a:endParaRPr>
          </a:p>
          <a:p>
            <a:pPr indent="-317500" lvl="0" marL="457200" rtl="0" algn="l">
              <a:spcBef>
                <a:spcPts val="0"/>
              </a:spcBef>
              <a:spcAft>
                <a:spcPts val="0"/>
              </a:spcAft>
              <a:buClr>
                <a:schemeClr val="dk1"/>
              </a:buClr>
              <a:buSzPts val="1400"/>
              <a:buFont typeface="Times New Roman"/>
              <a:buChar char="●"/>
            </a:pPr>
            <a:r>
              <a:rPr lang="en">
                <a:solidFill>
                  <a:schemeClr val="dk1"/>
                </a:solidFill>
                <a:latin typeface="Times New Roman"/>
                <a:ea typeface="Times New Roman"/>
                <a:cs typeface="Times New Roman"/>
                <a:sym typeface="Times New Roman"/>
              </a:rPr>
              <a:t>Testing in production environment</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id="120" name="Google Shape;120;p18"/>
          <p:cNvPicPr preferRelativeResize="0"/>
          <p:nvPr/>
        </p:nvPicPr>
        <p:blipFill>
          <a:blip r:embed="rId3">
            <a:alphaModFix/>
          </a:blip>
          <a:stretch>
            <a:fillRect/>
          </a:stretch>
        </p:blipFill>
        <p:spPr>
          <a:xfrm>
            <a:off x="5452425" y="92275"/>
            <a:ext cx="2051100" cy="2152725"/>
          </a:xfrm>
          <a:prstGeom prst="rect">
            <a:avLst/>
          </a:prstGeom>
          <a:noFill/>
          <a:ln>
            <a:noFill/>
          </a:ln>
        </p:spPr>
      </p:pic>
      <p:sp>
        <p:nvSpPr>
          <p:cNvPr id="121" name="Google Shape;121;p18"/>
          <p:cNvSpPr txBox="1"/>
          <p:nvPr>
            <p:ph type="title"/>
          </p:nvPr>
        </p:nvSpPr>
        <p:spPr>
          <a:xfrm>
            <a:off x="628650" y="330050"/>
            <a:ext cx="23994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0" lang="en" sz="2100">
                <a:latin typeface="Times New Roman"/>
                <a:ea typeface="Times New Roman"/>
                <a:cs typeface="Times New Roman"/>
                <a:sym typeface="Times New Roman"/>
              </a:rPr>
              <a:t>Sprint Reflection</a:t>
            </a:r>
            <a:endParaRPr/>
          </a:p>
        </p:txBody>
      </p:sp>
      <p:sp>
        <p:nvSpPr>
          <p:cNvPr id="122" name="Google Shape;122;p18"/>
          <p:cNvSpPr/>
          <p:nvPr>
            <p:ph idx="3" type="dgm"/>
          </p:nvPr>
        </p:nvSpPr>
        <p:spPr>
          <a:xfrm>
            <a:off x="942750" y="1952775"/>
            <a:ext cx="2487900" cy="2729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b="1" lang="en"/>
              <a:t>What Went Well</a:t>
            </a:r>
            <a:endParaRPr b="1">
              <a:latin typeface="Times New Roman"/>
              <a:ea typeface="Times New Roman"/>
              <a:cs typeface="Times New Roman"/>
              <a:sym typeface="Times New Roman"/>
            </a:endParaRPr>
          </a:p>
          <a:p>
            <a:pPr indent="-330200" lvl="0" marL="457200" rtl="0" algn="l">
              <a:spcBef>
                <a:spcPts val="800"/>
              </a:spcBef>
              <a:spcAft>
                <a:spcPts val="0"/>
              </a:spcAft>
              <a:buSzPts val="1600"/>
              <a:buFont typeface="Times New Roman"/>
              <a:buChar char="•"/>
            </a:pPr>
            <a:r>
              <a:rPr lang="en" sz="1600">
                <a:latin typeface="Times New Roman"/>
                <a:ea typeface="Times New Roman"/>
                <a:cs typeface="Times New Roman"/>
                <a:sym typeface="Times New Roman"/>
              </a:rPr>
              <a:t>Deploying the project to run on the server</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Automating scripts for database updates</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Connected the frontend and backend</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Meeting all Sprint 2 goals and making solid progress in all aspects of the project</a:t>
            </a:r>
            <a:endParaRPr sz="1600">
              <a:latin typeface="Times New Roman"/>
              <a:ea typeface="Times New Roman"/>
              <a:cs typeface="Times New Roman"/>
              <a:sym typeface="Times New Roman"/>
            </a:endParaRPr>
          </a:p>
        </p:txBody>
      </p:sp>
      <p:sp>
        <p:nvSpPr>
          <p:cNvPr id="123" name="Google Shape;123;p18"/>
          <p:cNvSpPr/>
          <p:nvPr>
            <p:ph idx="3" type="dgm"/>
          </p:nvPr>
        </p:nvSpPr>
        <p:spPr>
          <a:xfrm>
            <a:off x="3745050" y="1933150"/>
            <a:ext cx="2512500" cy="27294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b="1" lang="en"/>
              <a:t>What Didn’t Go Well/Challenges</a:t>
            </a:r>
            <a:endParaRPr b="1">
              <a:latin typeface="Times New Roman"/>
              <a:ea typeface="Times New Roman"/>
              <a:cs typeface="Times New Roman"/>
              <a:sym typeface="Times New Roman"/>
            </a:endParaRPr>
          </a:p>
          <a:p>
            <a:pPr indent="-330200" lvl="0" marL="457200" rtl="0" algn="l">
              <a:spcBef>
                <a:spcPts val="800"/>
              </a:spcBef>
              <a:spcAft>
                <a:spcPts val="0"/>
              </a:spcAft>
              <a:buSzPts val="1600"/>
              <a:buFont typeface="Times New Roman"/>
              <a:buChar char="•"/>
            </a:pPr>
            <a:r>
              <a:rPr lang="en" sz="1600">
                <a:latin typeface="Times New Roman"/>
                <a:ea typeface="Times New Roman"/>
                <a:cs typeface="Times New Roman"/>
                <a:sym typeface="Times New Roman"/>
              </a:rPr>
              <a:t>Version control issues, specifically after deployment and merging changes over different operating systems</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Scope changes and </a:t>
            </a:r>
            <a:r>
              <a:rPr lang="en" sz="1600">
                <a:latin typeface="Times New Roman"/>
                <a:ea typeface="Times New Roman"/>
                <a:cs typeface="Times New Roman"/>
                <a:sym typeface="Times New Roman"/>
              </a:rPr>
              <a:t>determining</a:t>
            </a:r>
            <a:r>
              <a:rPr lang="en" sz="1600">
                <a:latin typeface="Times New Roman"/>
                <a:ea typeface="Times New Roman"/>
                <a:cs typeface="Times New Roman"/>
                <a:sym typeface="Times New Roman"/>
              </a:rPr>
              <a:t> the future of the project.</a:t>
            </a:r>
            <a:endParaRPr sz="1600">
              <a:latin typeface="Times New Roman"/>
              <a:ea typeface="Times New Roman"/>
              <a:cs typeface="Times New Roman"/>
              <a:sym typeface="Times New Roman"/>
            </a:endParaRPr>
          </a:p>
          <a:p>
            <a:pPr indent="0" lvl="0" marL="0" rtl="0" algn="l">
              <a:spcBef>
                <a:spcPts val="800"/>
              </a:spcBef>
              <a:spcAft>
                <a:spcPts val="0"/>
              </a:spcAft>
              <a:buNone/>
            </a:pPr>
            <a:r>
              <a:t/>
            </a:r>
            <a:endParaRPr sz="1600">
              <a:latin typeface="Times New Roman"/>
              <a:ea typeface="Times New Roman"/>
              <a:cs typeface="Times New Roman"/>
              <a:sym typeface="Times New Roman"/>
            </a:endParaRPr>
          </a:p>
        </p:txBody>
      </p:sp>
      <p:sp>
        <p:nvSpPr>
          <p:cNvPr id="124" name="Google Shape;124;p18"/>
          <p:cNvSpPr/>
          <p:nvPr>
            <p:ph idx="3" type="dgm"/>
          </p:nvPr>
        </p:nvSpPr>
        <p:spPr>
          <a:xfrm>
            <a:off x="6660642" y="1923325"/>
            <a:ext cx="2487900" cy="25347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rPr b="1" lang="en"/>
              <a:t>Sponsor Feedback</a:t>
            </a:r>
            <a:endParaRPr b="1"/>
          </a:p>
          <a:p>
            <a:pPr indent="-361950" lvl="0" marL="457200" rtl="0" algn="l">
              <a:spcBef>
                <a:spcPts val="800"/>
              </a:spcBef>
              <a:spcAft>
                <a:spcPts val="0"/>
              </a:spcAft>
              <a:buSzPts val="2100"/>
              <a:buChar char="•"/>
            </a:pPr>
            <a:r>
              <a:rPr lang="en" sz="1600">
                <a:latin typeface="Times New Roman"/>
                <a:ea typeface="Times New Roman"/>
                <a:cs typeface="Times New Roman"/>
                <a:sym typeface="Times New Roman"/>
              </a:rPr>
              <a:t>I’ve been extremely impressed with the students working on my project. They’ve shown exceptional professionalism, clear communication and have delivered exactly the kind of product I was hoping for.</a:t>
            </a:r>
            <a:endParaRPr b="1"/>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9"/>
          <p:cNvSpPr txBox="1"/>
          <p:nvPr>
            <p:ph type="title"/>
          </p:nvPr>
        </p:nvSpPr>
        <p:spPr>
          <a:xfrm>
            <a:off x="339075" y="393875"/>
            <a:ext cx="3032700" cy="994200"/>
          </a:xfrm>
          <a:prstGeom prst="rect">
            <a:avLst/>
          </a:prstGeom>
        </p:spPr>
        <p:txBody>
          <a:bodyPr anchorCtr="0" anchor="ctr" bIns="34275" lIns="68575" spcFirstLastPara="1" rIns="68575" wrap="square" tIns="34275">
            <a:normAutofit/>
          </a:bodyPr>
          <a:lstStyle/>
          <a:p>
            <a:pPr indent="0" lvl="0" marL="0" rtl="0" algn="l">
              <a:spcBef>
                <a:spcPts val="800"/>
              </a:spcBef>
              <a:spcAft>
                <a:spcPts val="0"/>
              </a:spcAft>
              <a:buClr>
                <a:schemeClr val="dk1"/>
              </a:buClr>
              <a:buSzPts val="1100"/>
              <a:buFont typeface="Arial"/>
              <a:buNone/>
            </a:pPr>
            <a:r>
              <a:rPr b="0" lang="en" sz="2100">
                <a:latin typeface="Times New Roman"/>
                <a:ea typeface="Times New Roman"/>
                <a:cs typeface="Times New Roman"/>
                <a:sym typeface="Times New Roman"/>
              </a:rPr>
              <a:t>Cybersecurity Tasks/Issues</a:t>
            </a:r>
            <a:endParaRPr b="0" sz="2100">
              <a:latin typeface="Times New Roman"/>
              <a:ea typeface="Times New Roman"/>
              <a:cs typeface="Times New Roman"/>
              <a:sym typeface="Times New Roman"/>
            </a:endParaRPr>
          </a:p>
          <a:p>
            <a:pPr indent="0" lvl="0" marL="0" rtl="0" algn="l">
              <a:spcBef>
                <a:spcPts val="0"/>
              </a:spcBef>
              <a:spcAft>
                <a:spcPts val="0"/>
              </a:spcAft>
              <a:buNone/>
            </a:pPr>
            <a:r>
              <a:t/>
            </a:r>
            <a:endParaRPr/>
          </a:p>
        </p:txBody>
      </p:sp>
      <p:sp>
        <p:nvSpPr>
          <p:cNvPr id="130" name="Google Shape;130;p19"/>
          <p:cNvSpPr/>
          <p:nvPr>
            <p:ph idx="3" type="dgm"/>
          </p:nvPr>
        </p:nvSpPr>
        <p:spPr>
          <a:xfrm>
            <a:off x="1265750" y="1830850"/>
            <a:ext cx="7450800" cy="2534700"/>
          </a:xfrm>
          <a:prstGeom prst="rect">
            <a:avLst/>
          </a:prstGeom>
        </p:spPr>
        <p:txBody>
          <a:bodyPr anchorCtr="0" anchor="t" bIns="34275" lIns="68575" spcFirstLastPara="1" rIns="68575" wrap="square" tIns="34275">
            <a:noAutofit/>
          </a:bodyPr>
          <a:lstStyle/>
          <a:p>
            <a:pPr indent="-361950" lvl="0" marL="457200" rtl="0" algn="l">
              <a:spcBef>
                <a:spcPts val="800"/>
              </a:spcBef>
              <a:spcAft>
                <a:spcPts val="0"/>
              </a:spcAft>
              <a:buSzPts val="2100"/>
              <a:buChar char="●"/>
            </a:pPr>
            <a:r>
              <a:rPr lang="en"/>
              <a:t>Our consultants noticed there was a high risk vulnerability of Cross Site Scripting (XSS) and made recommendations to fix</a:t>
            </a:r>
            <a:endParaRPr/>
          </a:p>
          <a:p>
            <a:pPr indent="-361950" lvl="0" marL="457200" rtl="0" algn="l">
              <a:spcBef>
                <a:spcPts val="0"/>
              </a:spcBef>
              <a:spcAft>
                <a:spcPts val="0"/>
              </a:spcAft>
              <a:buSzPts val="2100"/>
              <a:buChar char="●"/>
            </a:pPr>
            <a:r>
              <a:rPr lang="en"/>
              <a:t>Our consultants utilized Snyk to review our source code to check for any other known security issues, each of which was reviewed and the group decided if the issues that were brought up should be fixed</a:t>
            </a:r>
            <a:endParaRPr/>
          </a:p>
          <a:p>
            <a:pPr indent="-361950" lvl="1" marL="914400" rtl="0" algn="l">
              <a:spcBef>
                <a:spcPts val="0"/>
              </a:spcBef>
              <a:spcAft>
                <a:spcPts val="0"/>
              </a:spcAft>
              <a:buSzPts val="2100"/>
              <a:buChar char="○"/>
            </a:pPr>
            <a:r>
              <a:rPr lang="en" sz="2100"/>
              <a:t>Most of the issues that Snyk flagged were for outdated libraries </a:t>
            </a:r>
            <a:endParaRPr sz="2100"/>
          </a:p>
        </p:txBody>
      </p:sp>
      <p:pic>
        <p:nvPicPr>
          <p:cNvPr id="131" name="Google Shape;131;p19"/>
          <p:cNvPicPr preferRelativeResize="0"/>
          <p:nvPr/>
        </p:nvPicPr>
        <p:blipFill>
          <a:blip r:embed="rId3">
            <a:alphaModFix/>
          </a:blip>
          <a:stretch>
            <a:fillRect/>
          </a:stretch>
        </p:blipFill>
        <p:spPr>
          <a:xfrm>
            <a:off x="5901250" y="154779"/>
            <a:ext cx="2815300" cy="14723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ph type="title"/>
          </p:nvPr>
        </p:nvSpPr>
        <p:spPr>
          <a:xfrm>
            <a:off x="466675" y="300625"/>
            <a:ext cx="32043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0" lang="en" sz="2100">
                <a:latin typeface="Times New Roman"/>
                <a:ea typeface="Times New Roman"/>
                <a:cs typeface="Times New Roman"/>
                <a:sym typeface="Times New Roman"/>
              </a:rPr>
              <a:t>Individual Contributions Part 1</a:t>
            </a:r>
            <a:endParaRPr/>
          </a:p>
        </p:txBody>
      </p:sp>
      <p:sp>
        <p:nvSpPr>
          <p:cNvPr id="137" name="Google Shape;137;p20"/>
          <p:cNvSpPr/>
          <p:nvPr>
            <p:ph idx="3" type="dgm"/>
          </p:nvPr>
        </p:nvSpPr>
        <p:spPr>
          <a:xfrm>
            <a:off x="765625" y="1639225"/>
            <a:ext cx="8181600" cy="2745900"/>
          </a:xfrm>
          <a:prstGeom prst="rect">
            <a:avLst/>
          </a:prstGeom>
        </p:spPr>
        <p:txBody>
          <a:bodyPr anchorCtr="0" anchor="t" bIns="34275" lIns="68575" spcFirstLastPara="1" rIns="68575" wrap="square" tIns="34275">
            <a:noAutofit/>
          </a:bodyPr>
          <a:lstStyle/>
          <a:p>
            <a:pPr indent="-330200" lvl="0" marL="457200" rtl="0" algn="l">
              <a:spcBef>
                <a:spcPts val="800"/>
              </a:spcBef>
              <a:spcAft>
                <a:spcPts val="0"/>
              </a:spcAft>
              <a:buSzPts val="1600"/>
              <a:buFont typeface="Times New Roman"/>
              <a:buChar char="●"/>
            </a:pPr>
            <a:r>
              <a:rPr lang="en" sz="1600">
                <a:latin typeface="Times New Roman"/>
                <a:ea typeface="Times New Roman"/>
                <a:cs typeface="Times New Roman"/>
                <a:sym typeface="Times New Roman"/>
              </a:rPr>
              <a:t>Andy</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Deployed the project to a UA-VPN server set up by UA OIT </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Set up a CI/CD pipeline so updates automatically push to the live site and meet build requirements before deploying</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Automated previously created Python scripts to check UA source for new campus clubs and add them directly to the database</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Worked on the project website</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Ethan</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Set up the sign in/out functionality as well as user authorization</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On the networking and favorites pages, connected the </a:t>
            </a:r>
            <a:r>
              <a:rPr lang="en" sz="1600">
                <a:latin typeface="Times New Roman"/>
                <a:ea typeface="Times New Roman"/>
                <a:cs typeface="Times New Roman"/>
                <a:sym typeface="Times New Roman"/>
              </a:rPr>
              <a:t>frontend</a:t>
            </a:r>
            <a:r>
              <a:rPr lang="en" sz="1600">
                <a:latin typeface="Times New Roman"/>
                <a:ea typeface="Times New Roman"/>
                <a:cs typeface="Times New Roman"/>
                <a:sym typeface="Times New Roman"/>
              </a:rPr>
              <a:t> to backend to pull the correct user data when you click on another </a:t>
            </a:r>
            <a:r>
              <a:rPr lang="en" sz="1600">
                <a:latin typeface="Times New Roman"/>
                <a:ea typeface="Times New Roman"/>
                <a:cs typeface="Times New Roman"/>
                <a:sym typeface="Times New Roman"/>
              </a:rPr>
              <a:t>user's</a:t>
            </a:r>
            <a:r>
              <a:rPr lang="en" sz="1600">
                <a:latin typeface="Times New Roman"/>
                <a:ea typeface="Times New Roman"/>
                <a:cs typeface="Times New Roman"/>
                <a:sym typeface="Times New Roman"/>
              </a:rPr>
              <a:t> profile</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Implemented functionality to favorite a user</a:t>
            </a:r>
            <a:endParaRPr sz="1600">
              <a:latin typeface="Times New Roman"/>
              <a:ea typeface="Times New Roman"/>
              <a:cs typeface="Times New Roman"/>
              <a:sym typeface="Times New Roman"/>
            </a:endParaRPr>
          </a:p>
        </p:txBody>
      </p:sp>
      <p:pic>
        <p:nvPicPr>
          <p:cNvPr id="138" name="Google Shape;138;p20"/>
          <p:cNvPicPr preferRelativeResize="0"/>
          <p:nvPr/>
        </p:nvPicPr>
        <p:blipFill>
          <a:blip r:embed="rId3">
            <a:alphaModFix/>
          </a:blip>
          <a:stretch>
            <a:fillRect/>
          </a:stretch>
        </p:blipFill>
        <p:spPr>
          <a:xfrm>
            <a:off x="5565575" y="135425"/>
            <a:ext cx="3307000" cy="1602125"/>
          </a:xfrm>
          <a:prstGeom prst="rect">
            <a:avLst/>
          </a:prstGeom>
          <a:noFill/>
          <a:ln>
            <a:noFill/>
          </a:ln>
        </p:spPr>
      </p:pic>
      <p:pic>
        <p:nvPicPr>
          <p:cNvPr id="139" name="Google Shape;139;p20"/>
          <p:cNvPicPr preferRelativeResize="0"/>
          <p:nvPr/>
        </p:nvPicPr>
        <p:blipFill>
          <a:blip r:embed="rId4">
            <a:alphaModFix/>
          </a:blip>
          <a:stretch>
            <a:fillRect/>
          </a:stretch>
        </p:blipFill>
        <p:spPr>
          <a:xfrm>
            <a:off x="466675" y="4385125"/>
            <a:ext cx="1714500" cy="6667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p:nvPr>
            <p:ph idx="3" type="dgm"/>
          </p:nvPr>
        </p:nvSpPr>
        <p:spPr>
          <a:xfrm>
            <a:off x="1084650" y="1820825"/>
            <a:ext cx="7582800" cy="2745900"/>
          </a:xfrm>
          <a:prstGeom prst="rect">
            <a:avLst/>
          </a:prstGeom>
        </p:spPr>
        <p:txBody>
          <a:bodyPr anchorCtr="0" anchor="t" bIns="34275" lIns="68575" spcFirstLastPara="1" rIns="68575" wrap="square" tIns="34275">
            <a:noAutofit/>
          </a:bodyPr>
          <a:lstStyle/>
          <a:p>
            <a:pPr indent="-330200" lvl="0" marL="457200" rtl="0" algn="l">
              <a:spcBef>
                <a:spcPts val="800"/>
              </a:spcBef>
              <a:spcAft>
                <a:spcPts val="0"/>
              </a:spcAft>
              <a:buSzPts val="1600"/>
              <a:buFont typeface="Times New Roman"/>
              <a:buChar char="●"/>
            </a:pPr>
            <a:r>
              <a:rPr lang="en" sz="1600">
                <a:latin typeface="Times New Roman"/>
                <a:ea typeface="Times New Roman"/>
                <a:cs typeface="Times New Roman"/>
                <a:sym typeface="Times New Roman"/>
              </a:rPr>
              <a:t>Jacob</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Developed both front and back end of networking page search functionality</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Ensured APIs safely handled user input </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Brodye</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Set up User Authentication using JSON Web Tokens (JWTs)</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Applied authentication to all APIs that were to be used exclusively by users</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Implemented Profile creation and updates</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Marcus</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Updated the Favorites page and Profile Page User interface</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Modified the Settings Page into a Navbar dropdown </a:t>
            </a:r>
            <a:endParaRPr sz="1600">
              <a:latin typeface="Times New Roman"/>
              <a:ea typeface="Times New Roman"/>
              <a:cs typeface="Times New Roman"/>
              <a:sym typeface="Times New Roman"/>
            </a:endParaRPr>
          </a:p>
          <a:p>
            <a:pPr indent="0" lvl="0" marL="914400" rtl="0" algn="l">
              <a:spcBef>
                <a:spcPts val="800"/>
              </a:spcBef>
              <a:spcAft>
                <a:spcPts val="0"/>
              </a:spcAft>
              <a:buNone/>
            </a:pPr>
            <a:r>
              <a:t/>
            </a:r>
            <a:endParaRPr sz="1600">
              <a:latin typeface="Times New Roman"/>
              <a:ea typeface="Times New Roman"/>
              <a:cs typeface="Times New Roman"/>
              <a:sym typeface="Times New Roman"/>
            </a:endParaRPr>
          </a:p>
        </p:txBody>
      </p:sp>
      <p:sp>
        <p:nvSpPr>
          <p:cNvPr id="145" name="Google Shape;145;p21"/>
          <p:cNvSpPr txBox="1"/>
          <p:nvPr>
            <p:ph type="title"/>
          </p:nvPr>
        </p:nvSpPr>
        <p:spPr>
          <a:xfrm>
            <a:off x="466675" y="300625"/>
            <a:ext cx="32043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0" lang="en" sz="2100">
                <a:latin typeface="Times New Roman"/>
                <a:ea typeface="Times New Roman"/>
                <a:cs typeface="Times New Roman"/>
                <a:sym typeface="Times New Roman"/>
              </a:rPr>
              <a:t>Individual Contributions Part 2</a:t>
            </a:r>
            <a:endParaRPr/>
          </a:p>
        </p:txBody>
      </p:sp>
      <p:pic>
        <p:nvPicPr>
          <p:cNvPr id="146" name="Google Shape;146;p21"/>
          <p:cNvPicPr preferRelativeResize="0"/>
          <p:nvPr/>
        </p:nvPicPr>
        <p:blipFill>
          <a:blip r:embed="rId3">
            <a:alphaModFix/>
          </a:blip>
          <a:stretch>
            <a:fillRect/>
          </a:stretch>
        </p:blipFill>
        <p:spPr>
          <a:xfrm>
            <a:off x="5769217" y="58275"/>
            <a:ext cx="3280984" cy="17625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type="title"/>
          </p:nvPr>
        </p:nvSpPr>
        <p:spPr>
          <a:xfrm>
            <a:off x="628650" y="330043"/>
            <a:ext cx="7886700" cy="994200"/>
          </a:xfrm>
          <a:prstGeom prst="rect">
            <a:avLst/>
          </a:prstGeom>
        </p:spPr>
        <p:txBody>
          <a:bodyPr anchorCtr="0" anchor="ctr" bIns="34275" lIns="68575" spcFirstLastPara="1" rIns="68575" wrap="square" tIns="34275">
            <a:normAutofit/>
          </a:bodyPr>
          <a:lstStyle/>
          <a:p>
            <a:pPr indent="0" lvl="0" marL="0" rtl="0" algn="l">
              <a:lnSpc>
                <a:spcPct val="100000"/>
              </a:lnSpc>
              <a:spcBef>
                <a:spcPts val="0"/>
              </a:spcBef>
              <a:spcAft>
                <a:spcPts val="0"/>
              </a:spcAft>
              <a:buNone/>
            </a:pPr>
            <a:r>
              <a:rPr b="0" lang="en" sz="2100">
                <a:latin typeface="Times New Roman"/>
                <a:ea typeface="Times New Roman"/>
                <a:cs typeface="Times New Roman"/>
                <a:sym typeface="Times New Roman"/>
              </a:rPr>
              <a:t>Project Demonstration</a:t>
            </a:r>
            <a:endParaRPr/>
          </a:p>
        </p:txBody>
      </p:sp>
      <p:sp>
        <p:nvSpPr>
          <p:cNvPr id="152" name="Google Shape;152;p22"/>
          <p:cNvSpPr txBox="1"/>
          <p:nvPr/>
        </p:nvSpPr>
        <p:spPr>
          <a:xfrm>
            <a:off x="1236800" y="1786500"/>
            <a:ext cx="7666200" cy="28341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Demo</a:t>
            </a:r>
            <a:endParaRPr sz="1600">
              <a:solidFill>
                <a:schemeClr val="dk1"/>
              </a:solidFill>
              <a:latin typeface="Times New Roman"/>
              <a:ea typeface="Times New Roman"/>
              <a:cs typeface="Times New Roman"/>
              <a:sym typeface="Times New Roman"/>
            </a:endParaRPr>
          </a:p>
          <a:p>
            <a:pPr indent="-330200" lvl="1" marL="9144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Be logged onto the UA VPN</a:t>
            </a:r>
            <a:endParaRPr sz="1600">
              <a:solidFill>
                <a:schemeClr val="dk1"/>
              </a:solidFill>
              <a:latin typeface="Times New Roman"/>
              <a:ea typeface="Times New Roman"/>
              <a:cs typeface="Times New Roman"/>
              <a:sym typeface="Times New Roman"/>
            </a:endParaRPr>
          </a:p>
          <a:p>
            <a:pPr indent="-330200" lvl="1" marL="9144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Register a new user</a:t>
            </a:r>
            <a:endParaRPr sz="1600">
              <a:solidFill>
                <a:schemeClr val="dk1"/>
              </a:solidFill>
              <a:latin typeface="Times New Roman"/>
              <a:ea typeface="Times New Roman"/>
              <a:cs typeface="Times New Roman"/>
              <a:sym typeface="Times New Roman"/>
            </a:endParaRPr>
          </a:p>
          <a:p>
            <a:pPr indent="-330200" lvl="1" marL="9144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Create a profile</a:t>
            </a:r>
            <a:endParaRPr sz="1600">
              <a:solidFill>
                <a:schemeClr val="dk1"/>
              </a:solidFill>
              <a:latin typeface="Times New Roman"/>
              <a:ea typeface="Times New Roman"/>
              <a:cs typeface="Times New Roman"/>
              <a:sym typeface="Times New Roman"/>
            </a:endParaRPr>
          </a:p>
          <a:p>
            <a:pPr indent="-330200" lvl="1" marL="9144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Search for other users</a:t>
            </a:r>
            <a:endParaRPr sz="1600">
              <a:solidFill>
                <a:schemeClr val="dk1"/>
              </a:solidFill>
              <a:latin typeface="Times New Roman"/>
              <a:ea typeface="Times New Roman"/>
              <a:cs typeface="Times New Roman"/>
              <a:sym typeface="Times New Roman"/>
            </a:endParaRPr>
          </a:p>
          <a:p>
            <a:pPr indent="-330200" lvl="1" marL="9144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Favorite another user</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1600" u="sng">
                <a:solidFill>
                  <a:schemeClr val="hlink"/>
                </a:solidFill>
                <a:latin typeface="Times New Roman"/>
                <a:ea typeface="Times New Roman"/>
                <a:cs typeface="Times New Roman"/>
                <a:sym typeface="Times New Roman"/>
                <a:hlinkClick r:id="rId3"/>
              </a:rPr>
              <a:t>CoE Alumni Database</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COE Master">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